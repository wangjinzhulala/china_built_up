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7" r:id="rId2"/>
    <p:sldId id="338" r:id="rId3"/>
    <p:sldId id="340" r:id="rId4"/>
    <p:sldId id="344" r:id="rId5"/>
    <p:sldId id="348" r:id="rId6"/>
    <p:sldId id="349" r:id="rId7"/>
    <p:sldId id="345" r:id="rId8"/>
    <p:sldId id="346" r:id="rId9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FFFFFF"/>
    <a:srgbClr val="189040"/>
    <a:srgbClr val="D4DE33"/>
    <a:srgbClr val="92C32C"/>
    <a:srgbClr val="F2E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952786-BF0D-4BF5-AFA5-6DADCDE283E1}" v="1" dt="2020-08-07T03:10:44.4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ZHU WANG" userId="29ff2016-8b39-49ce-ad4a-3460f31506a6" providerId="ADAL" clId="{ABAAEDA4-C80C-42ED-80E3-A2D509922E75}"/>
    <pc:docChg chg="modSld">
      <pc:chgData name="JINZHU WANG" userId="29ff2016-8b39-49ce-ad4a-3460f31506a6" providerId="ADAL" clId="{ABAAEDA4-C80C-42ED-80E3-A2D509922E75}" dt="2020-05-04T05:37:19.846" v="21"/>
      <pc:docMkLst>
        <pc:docMk/>
      </pc:docMkLst>
      <pc:sldChg chg="modSp">
        <pc:chgData name="JINZHU WANG" userId="29ff2016-8b39-49ce-ad4a-3460f31506a6" providerId="ADAL" clId="{ABAAEDA4-C80C-42ED-80E3-A2D509922E75}" dt="2020-05-04T05:37:19.846" v="21"/>
        <pc:sldMkLst>
          <pc:docMk/>
          <pc:sldMk cId="0" sldId="256"/>
        </pc:sldMkLst>
        <pc:picChg chg="mod">
          <ac:chgData name="JINZHU WANG" userId="29ff2016-8b39-49ce-ad4a-3460f31506a6" providerId="ADAL" clId="{ABAAEDA4-C80C-42ED-80E3-A2D509922E75}" dt="2020-05-04T05:37:19.846" v="21"/>
          <ac:picMkLst>
            <pc:docMk/>
            <pc:sldMk cId="0" sldId="256"/>
            <ac:picMk id="3" creationId="{C5E4DB80-5CB5-4661-B91D-8D6F21F2B8F4}"/>
          </ac:picMkLst>
        </pc:picChg>
      </pc:sldChg>
    </pc:docChg>
  </pc:docChgLst>
  <pc:docChgLst>
    <pc:chgData name="JINZHU WANG" userId="29ff2016-8b39-49ce-ad4a-3460f31506a6" providerId="ADAL" clId="{A0952786-BF0D-4BF5-AFA5-6DADCDE283E1}"/>
    <pc:docChg chg="modSld">
      <pc:chgData name="JINZHU WANG" userId="29ff2016-8b39-49ce-ad4a-3460f31506a6" providerId="ADAL" clId="{A0952786-BF0D-4BF5-AFA5-6DADCDE283E1}" dt="2020-08-07T03:10:44.406" v="0" actId="1076"/>
      <pc:docMkLst>
        <pc:docMk/>
      </pc:docMkLst>
      <pc:sldChg chg="modSp">
        <pc:chgData name="JINZHU WANG" userId="29ff2016-8b39-49ce-ad4a-3460f31506a6" providerId="ADAL" clId="{A0952786-BF0D-4BF5-AFA5-6DADCDE283E1}" dt="2020-08-07T03:10:44.406" v="0" actId="1076"/>
        <pc:sldMkLst>
          <pc:docMk/>
          <pc:sldMk cId="310507173" sldId="303"/>
        </pc:sldMkLst>
        <pc:spChg chg="mod">
          <ac:chgData name="JINZHU WANG" userId="29ff2016-8b39-49ce-ad4a-3460f31506a6" providerId="ADAL" clId="{A0952786-BF0D-4BF5-AFA5-6DADCDE283E1}" dt="2020-08-07T03:10:44.406" v="0" actId="1076"/>
          <ac:spMkLst>
            <pc:docMk/>
            <pc:sldMk cId="310507173" sldId="303"/>
            <ac:spMk id="32" creationId="{68945955-54A3-41B0-A2F3-87DD1F395EEF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8815098" y="6431122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0D546979-6A10-45C3-BEEC-0A402C24F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68107"/>
            <a:ext cx="2124075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05" tIns="45702" rIns="91405" bIns="45702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  <a:cs typeface="+mn-ea"/>
                <a:sym typeface="+mn-lt"/>
              </a:rPr>
              <a:t>回顾</a:t>
            </a:r>
            <a:endParaRPr lang="en-US" altLang="zh-CN" sz="3200" kern="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0030101010101" charset="-122"/>
              <a:ea typeface="黑体" panose="02010600030101010101" charset="-122"/>
              <a:cs typeface="+mn-ea"/>
              <a:sym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186387-29CD-4557-AE79-30BE17CB9420}"/>
              </a:ext>
            </a:extLst>
          </p:cNvPr>
          <p:cNvSpPr/>
          <p:nvPr/>
        </p:nvSpPr>
        <p:spPr>
          <a:xfrm>
            <a:off x="3210174" y="1553849"/>
            <a:ext cx="5595159" cy="3040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遥感分类的流程</a:t>
            </a:r>
            <a:endParaRPr lang="en-US" altLang="zh-CN" sz="2000" dirty="0"/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训练点采集的办法，以及常见的问题</a:t>
            </a:r>
            <a:endParaRPr lang="en-US" altLang="zh-CN" sz="2000" dirty="0"/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中国建设用地提取的流程</a:t>
            </a:r>
            <a:endParaRPr lang="en-US" altLang="zh-CN" sz="2000" dirty="0"/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每个人的任务和角色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982911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132D85-6BC5-4DF8-BBFB-4D7D72875589}"/>
              </a:ext>
            </a:extLst>
          </p:cNvPr>
          <p:cNvSpPr/>
          <p:nvPr/>
        </p:nvSpPr>
        <p:spPr>
          <a:xfrm>
            <a:off x="6712063" y="614832"/>
            <a:ext cx="2255569" cy="276204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E16F11-EB14-4606-AAA2-DA0151621A30}"/>
              </a:ext>
            </a:extLst>
          </p:cNvPr>
          <p:cNvSpPr/>
          <p:nvPr/>
        </p:nvSpPr>
        <p:spPr>
          <a:xfrm>
            <a:off x="9599502" y="614832"/>
            <a:ext cx="2255569" cy="28141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17B699D-8297-4C0B-BBDB-9D5BD2D695B7}"/>
              </a:ext>
            </a:extLst>
          </p:cNvPr>
          <p:cNvSpPr/>
          <p:nvPr/>
        </p:nvSpPr>
        <p:spPr>
          <a:xfrm>
            <a:off x="3875423" y="614832"/>
            <a:ext cx="2255569" cy="276204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190B80-1751-4AFE-AB61-907A45C9C3C0}"/>
              </a:ext>
            </a:extLst>
          </p:cNvPr>
          <p:cNvSpPr/>
          <p:nvPr/>
        </p:nvSpPr>
        <p:spPr>
          <a:xfrm>
            <a:off x="202045" y="666952"/>
            <a:ext cx="2873297" cy="276204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组合 41">
            <a:extLst>
              <a:ext uri="{FF2B5EF4-FFF2-40B4-BE49-F238E27FC236}">
                <a16:creationId xmlns:a16="http://schemas.microsoft.com/office/drawing/2014/main" id="{FE633B00-8AB4-435D-8CD3-4E63247A8000}"/>
              </a:ext>
            </a:extLst>
          </p:cNvPr>
          <p:cNvGrpSpPr/>
          <p:nvPr/>
        </p:nvGrpSpPr>
        <p:grpSpPr>
          <a:xfrm>
            <a:off x="454897" y="1137262"/>
            <a:ext cx="2494667" cy="1496452"/>
            <a:chOff x="3332787" y="2590177"/>
            <a:chExt cx="2673615" cy="1603797"/>
          </a:xfrm>
        </p:grpSpPr>
        <p:pic>
          <p:nvPicPr>
            <p:cNvPr id="15" name="图片 335">
              <a:extLst>
                <a:ext uri="{FF2B5EF4-FFF2-40B4-BE49-F238E27FC236}">
                  <a16:creationId xmlns:a16="http://schemas.microsoft.com/office/drawing/2014/main" id="{EB2B89E7-7E2D-4AAA-BDB1-2C5B3ADAD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32787" y="2590177"/>
              <a:ext cx="1539441" cy="1603797"/>
            </a:xfrm>
            <a:prstGeom prst="rect">
              <a:avLst/>
            </a:prstGeom>
          </p:spPr>
        </p:pic>
        <p:cxnSp>
          <p:nvCxnSpPr>
            <p:cNvPr id="18" name="直接连接符 336">
              <a:extLst>
                <a:ext uri="{FF2B5EF4-FFF2-40B4-BE49-F238E27FC236}">
                  <a16:creationId xmlns:a16="http://schemas.microsoft.com/office/drawing/2014/main" id="{7A9847D5-34BE-471F-9FAD-A300D2DF4E04}"/>
                </a:ext>
              </a:extLst>
            </p:cNvPr>
            <p:cNvCxnSpPr>
              <a:cxnSpLocks/>
            </p:cNvCxnSpPr>
            <p:nvPr/>
          </p:nvCxnSpPr>
          <p:spPr>
            <a:xfrm>
              <a:off x="3959699" y="2775835"/>
              <a:ext cx="0" cy="9320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337">
              <a:extLst>
                <a:ext uri="{FF2B5EF4-FFF2-40B4-BE49-F238E27FC236}">
                  <a16:creationId xmlns:a16="http://schemas.microsoft.com/office/drawing/2014/main" id="{FF3A1085-79A4-4E38-9429-624F1178BDB5}"/>
                </a:ext>
              </a:extLst>
            </p:cNvPr>
            <p:cNvCxnSpPr>
              <a:cxnSpLocks/>
            </p:cNvCxnSpPr>
            <p:nvPr/>
          </p:nvCxnSpPr>
          <p:spPr>
            <a:xfrm>
              <a:off x="3850251" y="2775835"/>
              <a:ext cx="0" cy="10995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338">
              <a:extLst>
                <a:ext uri="{FF2B5EF4-FFF2-40B4-BE49-F238E27FC236}">
                  <a16:creationId xmlns:a16="http://schemas.microsoft.com/office/drawing/2014/main" id="{483A8CF0-27FC-4070-A746-F688A8EB0529}"/>
                </a:ext>
              </a:extLst>
            </p:cNvPr>
            <p:cNvCxnSpPr>
              <a:cxnSpLocks/>
            </p:cNvCxnSpPr>
            <p:nvPr/>
          </p:nvCxnSpPr>
          <p:spPr>
            <a:xfrm>
              <a:off x="4413453" y="2775835"/>
              <a:ext cx="0" cy="7473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339">
              <a:extLst>
                <a:ext uri="{FF2B5EF4-FFF2-40B4-BE49-F238E27FC236}">
                  <a16:creationId xmlns:a16="http://schemas.microsoft.com/office/drawing/2014/main" id="{DC0AD6AA-F2F6-4187-9A70-B863D97B305D}"/>
                </a:ext>
              </a:extLst>
            </p:cNvPr>
            <p:cNvCxnSpPr>
              <a:cxnSpLocks/>
            </p:cNvCxnSpPr>
            <p:nvPr/>
          </p:nvCxnSpPr>
          <p:spPr>
            <a:xfrm>
              <a:off x="4216218" y="2775835"/>
              <a:ext cx="0" cy="11335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340">
              <a:extLst>
                <a:ext uri="{FF2B5EF4-FFF2-40B4-BE49-F238E27FC236}">
                  <a16:creationId xmlns:a16="http://schemas.microsoft.com/office/drawing/2014/main" id="{4B021948-BC62-4473-9E33-7A85FCC18756}"/>
                </a:ext>
              </a:extLst>
            </p:cNvPr>
            <p:cNvCxnSpPr>
              <a:cxnSpLocks/>
            </p:cNvCxnSpPr>
            <p:nvPr/>
          </p:nvCxnSpPr>
          <p:spPr>
            <a:xfrm>
              <a:off x="3850251" y="2775835"/>
              <a:ext cx="15885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流程图: 磁盘 377">
              <a:extLst>
                <a:ext uri="{FF2B5EF4-FFF2-40B4-BE49-F238E27FC236}">
                  <a16:creationId xmlns:a16="http://schemas.microsoft.com/office/drawing/2014/main" id="{71C4E320-17FF-47A3-8BB9-ECBBDC49C0E5}"/>
                </a:ext>
              </a:extLst>
            </p:cNvPr>
            <p:cNvSpPr/>
            <p:nvPr/>
          </p:nvSpPr>
          <p:spPr>
            <a:xfrm>
              <a:off x="4994212" y="3366137"/>
              <a:ext cx="1012190" cy="502920"/>
            </a:xfrm>
            <a:prstGeom prst="flowChartMagneticDisk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文本框 47">
              <a:extLst>
                <a:ext uri="{FF2B5EF4-FFF2-40B4-BE49-F238E27FC236}">
                  <a16:creationId xmlns:a16="http://schemas.microsoft.com/office/drawing/2014/main" id="{375562CA-909A-4FEE-B75D-6DFF9F1DD177}"/>
                </a:ext>
              </a:extLst>
            </p:cNvPr>
            <p:cNvSpPr txBox="1"/>
            <p:nvPr/>
          </p:nvSpPr>
          <p:spPr>
            <a:xfrm>
              <a:off x="4998825" y="3637410"/>
              <a:ext cx="1002937" cy="3327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algn="ctr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kern="100" dirty="0"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宋体" panose="02010600030101010101" pitchFamily="2" charset="-122"/>
                </a:rPr>
                <a:t>Samples</a:t>
              </a:r>
              <a:endParaRPr lang="en-US" sz="1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endParaRPr>
            </a:p>
          </p:txBody>
        </p:sp>
        <p:cxnSp>
          <p:nvCxnSpPr>
            <p:cNvPr id="25" name="直接连接符 341">
              <a:extLst>
                <a:ext uri="{FF2B5EF4-FFF2-40B4-BE49-F238E27FC236}">
                  <a16:creationId xmlns:a16="http://schemas.microsoft.com/office/drawing/2014/main" id="{59EE68CD-0BB7-498A-9048-E2A950184A30}"/>
                </a:ext>
              </a:extLst>
            </p:cNvPr>
            <p:cNvCxnSpPr>
              <a:cxnSpLocks/>
            </p:cNvCxnSpPr>
            <p:nvPr/>
          </p:nvCxnSpPr>
          <p:spPr>
            <a:xfrm>
              <a:off x="5438775" y="2775835"/>
              <a:ext cx="0" cy="6162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02">
            <a:extLst>
              <a:ext uri="{FF2B5EF4-FFF2-40B4-BE49-F238E27FC236}">
                <a16:creationId xmlns:a16="http://schemas.microsoft.com/office/drawing/2014/main" id="{51179447-75F2-4AEC-8D29-5B3205FD6DCB}"/>
              </a:ext>
            </a:extLst>
          </p:cNvPr>
          <p:cNvGrpSpPr/>
          <p:nvPr/>
        </p:nvGrpSpPr>
        <p:grpSpPr>
          <a:xfrm>
            <a:off x="4137667" y="1488995"/>
            <a:ext cx="1705932" cy="1246526"/>
            <a:chOff x="5340350" y="2908300"/>
            <a:chExt cx="1467696" cy="1072447"/>
          </a:xfrm>
        </p:grpSpPr>
        <p:sp>
          <p:nvSpPr>
            <p:cNvPr id="27" name="椭圆 147">
              <a:extLst>
                <a:ext uri="{FF2B5EF4-FFF2-40B4-BE49-F238E27FC236}">
                  <a16:creationId xmlns:a16="http://schemas.microsoft.com/office/drawing/2014/main" id="{A316D48C-4D83-4AE4-90D0-07FAB28F68C0}"/>
                </a:ext>
              </a:extLst>
            </p:cNvPr>
            <p:cNvSpPr/>
            <p:nvPr/>
          </p:nvSpPr>
          <p:spPr>
            <a:xfrm>
              <a:off x="6000750" y="2908300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椭圆 148">
              <a:extLst>
                <a:ext uri="{FF2B5EF4-FFF2-40B4-BE49-F238E27FC236}">
                  <a16:creationId xmlns:a16="http://schemas.microsoft.com/office/drawing/2014/main" id="{941D7D64-EC18-4B45-A242-E08002361B4C}"/>
                </a:ext>
              </a:extLst>
            </p:cNvPr>
            <p:cNvSpPr/>
            <p:nvPr/>
          </p:nvSpPr>
          <p:spPr>
            <a:xfrm>
              <a:off x="5568950" y="3128407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椭圆 149">
              <a:extLst>
                <a:ext uri="{FF2B5EF4-FFF2-40B4-BE49-F238E27FC236}">
                  <a16:creationId xmlns:a16="http://schemas.microsoft.com/office/drawing/2014/main" id="{7660394A-3B9F-47ED-A237-B5C8E8A6FB94}"/>
                </a:ext>
              </a:extLst>
            </p:cNvPr>
            <p:cNvSpPr/>
            <p:nvPr/>
          </p:nvSpPr>
          <p:spPr>
            <a:xfrm>
              <a:off x="5340350" y="3337957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椭圆 150">
              <a:extLst>
                <a:ext uri="{FF2B5EF4-FFF2-40B4-BE49-F238E27FC236}">
                  <a16:creationId xmlns:a16="http://schemas.microsoft.com/office/drawing/2014/main" id="{540A014D-E504-4488-A975-8BB74A9D2AFC}"/>
                </a:ext>
              </a:extLst>
            </p:cNvPr>
            <p:cNvSpPr/>
            <p:nvPr/>
          </p:nvSpPr>
          <p:spPr>
            <a:xfrm>
              <a:off x="5774269" y="3383280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椭圆 151">
              <a:extLst>
                <a:ext uri="{FF2B5EF4-FFF2-40B4-BE49-F238E27FC236}">
                  <a16:creationId xmlns:a16="http://schemas.microsoft.com/office/drawing/2014/main" id="{CC807AC3-F88F-4EE6-A1AB-FF14E5DEC087}"/>
                </a:ext>
              </a:extLst>
            </p:cNvPr>
            <p:cNvSpPr/>
            <p:nvPr/>
          </p:nvSpPr>
          <p:spPr>
            <a:xfrm>
              <a:off x="5616788" y="3646283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椭圆 152">
              <a:extLst>
                <a:ext uri="{FF2B5EF4-FFF2-40B4-BE49-F238E27FC236}">
                  <a16:creationId xmlns:a16="http://schemas.microsoft.com/office/drawing/2014/main" id="{812F6E3E-3774-4F34-A266-C30256ECE1CD}"/>
                </a:ext>
              </a:extLst>
            </p:cNvPr>
            <p:cNvSpPr/>
            <p:nvPr/>
          </p:nvSpPr>
          <p:spPr>
            <a:xfrm>
              <a:off x="5949528" y="3623423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椭圆 153">
              <a:extLst>
                <a:ext uri="{FF2B5EF4-FFF2-40B4-BE49-F238E27FC236}">
                  <a16:creationId xmlns:a16="http://schemas.microsoft.com/office/drawing/2014/main" id="{97F4FDE7-82E0-40B2-A827-7560836B7AEE}"/>
                </a:ext>
              </a:extLst>
            </p:cNvPr>
            <p:cNvSpPr/>
            <p:nvPr/>
          </p:nvSpPr>
          <p:spPr>
            <a:xfrm>
              <a:off x="6476578" y="3151266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椭圆 154">
              <a:extLst>
                <a:ext uri="{FF2B5EF4-FFF2-40B4-BE49-F238E27FC236}">
                  <a16:creationId xmlns:a16="http://schemas.microsoft.com/office/drawing/2014/main" id="{3C8ACB45-15D3-4D1F-8CCA-E28784EAB4D0}"/>
                </a:ext>
              </a:extLst>
            </p:cNvPr>
            <p:cNvSpPr/>
            <p:nvPr/>
          </p:nvSpPr>
          <p:spPr>
            <a:xfrm>
              <a:off x="6279728" y="3360816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椭圆 155">
              <a:extLst>
                <a:ext uri="{FF2B5EF4-FFF2-40B4-BE49-F238E27FC236}">
                  <a16:creationId xmlns:a16="http://schemas.microsoft.com/office/drawing/2014/main" id="{9C1FC450-9689-43BA-B8BE-5AD0C4DFDA59}"/>
                </a:ext>
              </a:extLst>
            </p:cNvPr>
            <p:cNvSpPr/>
            <p:nvPr/>
          </p:nvSpPr>
          <p:spPr>
            <a:xfrm>
              <a:off x="6762327" y="3337957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椭圆 156">
              <a:extLst>
                <a:ext uri="{FF2B5EF4-FFF2-40B4-BE49-F238E27FC236}">
                  <a16:creationId xmlns:a16="http://schemas.microsoft.com/office/drawing/2014/main" id="{52D833DC-50EB-4AA2-82E5-C085775232CD}"/>
                </a:ext>
              </a:extLst>
            </p:cNvPr>
            <p:cNvSpPr/>
            <p:nvPr/>
          </p:nvSpPr>
          <p:spPr>
            <a:xfrm>
              <a:off x="6622627" y="3632425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椭圆 157">
              <a:extLst>
                <a:ext uri="{FF2B5EF4-FFF2-40B4-BE49-F238E27FC236}">
                  <a16:creationId xmlns:a16="http://schemas.microsoft.com/office/drawing/2014/main" id="{E3BB7BB2-7598-4C99-9514-46DFCB4CCBA4}"/>
                </a:ext>
              </a:extLst>
            </p:cNvPr>
            <p:cNvSpPr/>
            <p:nvPr/>
          </p:nvSpPr>
          <p:spPr>
            <a:xfrm>
              <a:off x="6415963" y="3632425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椭圆 158">
              <a:extLst>
                <a:ext uri="{FF2B5EF4-FFF2-40B4-BE49-F238E27FC236}">
                  <a16:creationId xmlns:a16="http://schemas.microsoft.com/office/drawing/2014/main" id="{E8818B50-785E-4CBA-85A1-A66937535F0A}"/>
                </a:ext>
              </a:extLst>
            </p:cNvPr>
            <p:cNvSpPr/>
            <p:nvPr/>
          </p:nvSpPr>
          <p:spPr>
            <a:xfrm>
              <a:off x="6255362" y="3935028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椭圆 159">
              <a:extLst>
                <a:ext uri="{FF2B5EF4-FFF2-40B4-BE49-F238E27FC236}">
                  <a16:creationId xmlns:a16="http://schemas.microsoft.com/office/drawing/2014/main" id="{84DB16B7-864F-438D-BFD2-1D48DF1E8349}"/>
                </a:ext>
              </a:extLst>
            </p:cNvPr>
            <p:cNvSpPr/>
            <p:nvPr/>
          </p:nvSpPr>
          <p:spPr>
            <a:xfrm>
              <a:off x="5461816" y="3905474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椭圆 160">
              <a:extLst>
                <a:ext uri="{FF2B5EF4-FFF2-40B4-BE49-F238E27FC236}">
                  <a16:creationId xmlns:a16="http://schemas.microsoft.com/office/drawing/2014/main" id="{0692B911-151C-4FB4-B788-22F3F3D326A3}"/>
                </a:ext>
              </a:extLst>
            </p:cNvPr>
            <p:cNvSpPr/>
            <p:nvPr/>
          </p:nvSpPr>
          <p:spPr>
            <a:xfrm>
              <a:off x="5774269" y="3928333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41" name="直接连接符 162">
              <a:extLst>
                <a:ext uri="{FF2B5EF4-FFF2-40B4-BE49-F238E27FC236}">
                  <a16:creationId xmlns:a16="http://schemas.microsoft.com/office/drawing/2014/main" id="{AD2B5F22-371F-49D8-9E3B-FCFDE96A7CAA}"/>
                </a:ext>
              </a:extLst>
            </p:cNvPr>
            <p:cNvCxnSpPr>
              <a:cxnSpLocks/>
              <a:stCxn id="27" idx="2"/>
              <a:endCxn id="28" idx="7"/>
            </p:cNvCxnSpPr>
            <p:nvPr/>
          </p:nvCxnSpPr>
          <p:spPr>
            <a:xfrm flipH="1">
              <a:off x="5607974" y="2931160"/>
              <a:ext cx="392776" cy="2039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164">
              <a:extLst>
                <a:ext uri="{FF2B5EF4-FFF2-40B4-BE49-F238E27FC236}">
                  <a16:creationId xmlns:a16="http://schemas.microsoft.com/office/drawing/2014/main" id="{CB60B15C-9F82-41F8-B5A0-B9A66C956C8B}"/>
                </a:ext>
              </a:extLst>
            </p:cNvPr>
            <p:cNvCxnSpPr>
              <a:cxnSpLocks/>
              <a:stCxn id="28" idx="3"/>
              <a:endCxn id="29" idx="7"/>
            </p:cNvCxnSpPr>
            <p:nvPr/>
          </p:nvCxnSpPr>
          <p:spPr>
            <a:xfrm flipH="1">
              <a:off x="5379374" y="3167431"/>
              <a:ext cx="196271" cy="1772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171">
              <a:extLst>
                <a:ext uri="{FF2B5EF4-FFF2-40B4-BE49-F238E27FC236}">
                  <a16:creationId xmlns:a16="http://schemas.microsoft.com/office/drawing/2014/main" id="{F3DFCBD9-0477-4767-8604-8371EC6D3BA0}"/>
                </a:ext>
              </a:extLst>
            </p:cNvPr>
            <p:cNvCxnSpPr>
              <a:stCxn id="28" idx="5"/>
              <a:endCxn id="30" idx="1"/>
            </p:cNvCxnSpPr>
            <p:nvPr/>
          </p:nvCxnSpPr>
          <p:spPr>
            <a:xfrm>
              <a:off x="5607974" y="3167431"/>
              <a:ext cx="172990" cy="2225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175">
              <a:extLst>
                <a:ext uri="{FF2B5EF4-FFF2-40B4-BE49-F238E27FC236}">
                  <a16:creationId xmlns:a16="http://schemas.microsoft.com/office/drawing/2014/main" id="{406DFA70-3BAA-42C0-9687-5477550E3637}"/>
                </a:ext>
              </a:extLst>
            </p:cNvPr>
            <p:cNvCxnSpPr>
              <a:cxnSpLocks/>
              <a:stCxn id="30" idx="3"/>
              <a:endCxn id="31" idx="7"/>
            </p:cNvCxnSpPr>
            <p:nvPr/>
          </p:nvCxnSpPr>
          <p:spPr>
            <a:xfrm flipH="1">
              <a:off x="5655812" y="3422304"/>
              <a:ext cx="125152" cy="2306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177">
              <a:extLst>
                <a:ext uri="{FF2B5EF4-FFF2-40B4-BE49-F238E27FC236}">
                  <a16:creationId xmlns:a16="http://schemas.microsoft.com/office/drawing/2014/main" id="{386366ED-9D48-40E5-96C4-FD39898C3810}"/>
                </a:ext>
              </a:extLst>
            </p:cNvPr>
            <p:cNvCxnSpPr>
              <a:stCxn id="31" idx="3"/>
              <a:endCxn id="39" idx="7"/>
            </p:cNvCxnSpPr>
            <p:nvPr/>
          </p:nvCxnSpPr>
          <p:spPr>
            <a:xfrm flipH="1">
              <a:off x="5500840" y="3685307"/>
              <a:ext cx="122643" cy="2268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179">
              <a:extLst>
                <a:ext uri="{FF2B5EF4-FFF2-40B4-BE49-F238E27FC236}">
                  <a16:creationId xmlns:a16="http://schemas.microsoft.com/office/drawing/2014/main" id="{D1DE4B1B-9A9E-48E6-B4BD-53D1D671A8F0}"/>
                </a:ext>
              </a:extLst>
            </p:cNvPr>
            <p:cNvCxnSpPr>
              <a:endCxn id="40" idx="1"/>
            </p:cNvCxnSpPr>
            <p:nvPr/>
          </p:nvCxnSpPr>
          <p:spPr>
            <a:xfrm>
              <a:off x="5655812" y="3678144"/>
              <a:ext cx="125152" cy="256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182">
              <a:extLst>
                <a:ext uri="{FF2B5EF4-FFF2-40B4-BE49-F238E27FC236}">
                  <a16:creationId xmlns:a16="http://schemas.microsoft.com/office/drawing/2014/main" id="{6500C49F-ECCA-4C1B-A55D-0B0EC0B96AA4}"/>
                </a:ext>
              </a:extLst>
            </p:cNvPr>
            <p:cNvCxnSpPr>
              <a:stCxn id="30" idx="5"/>
              <a:endCxn id="32" idx="1"/>
            </p:cNvCxnSpPr>
            <p:nvPr/>
          </p:nvCxnSpPr>
          <p:spPr>
            <a:xfrm>
              <a:off x="5813293" y="3422304"/>
              <a:ext cx="142930" cy="2078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184">
              <a:extLst>
                <a:ext uri="{FF2B5EF4-FFF2-40B4-BE49-F238E27FC236}">
                  <a16:creationId xmlns:a16="http://schemas.microsoft.com/office/drawing/2014/main" id="{EA05F137-9040-4056-A99C-8BF84D8A6DD8}"/>
                </a:ext>
              </a:extLst>
            </p:cNvPr>
            <p:cNvCxnSpPr>
              <a:stCxn id="27" idx="6"/>
              <a:endCxn id="33" idx="1"/>
            </p:cNvCxnSpPr>
            <p:nvPr/>
          </p:nvCxnSpPr>
          <p:spPr>
            <a:xfrm>
              <a:off x="6046469" y="2931160"/>
              <a:ext cx="436804" cy="2268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186">
              <a:extLst>
                <a:ext uri="{FF2B5EF4-FFF2-40B4-BE49-F238E27FC236}">
                  <a16:creationId xmlns:a16="http://schemas.microsoft.com/office/drawing/2014/main" id="{5E9B035B-5A32-4243-9030-8A0E81F4010B}"/>
                </a:ext>
              </a:extLst>
            </p:cNvPr>
            <p:cNvCxnSpPr>
              <a:cxnSpLocks/>
              <a:stCxn id="33" idx="3"/>
              <a:endCxn id="34" idx="7"/>
            </p:cNvCxnSpPr>
            <p:nvPr/>
          </p:nvCxnSpPr>
          <p:spPr>
            <a:xfrm flipH="1">
              <a:off x="6318752" y="3190290"/>
              <a:ext cx="164521" cy="1772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189">
              <a:extLst>
                <a:ext uri="{FF2B5EF4-FFF2-40B4-BE49-F238E27FC236}">
                  <a16:creationId xmlns:a16="http://schemas.microsoft.com/office/drawing/2014/main" id="{60F76ACA-C2DB-49CC-B570-5F331FBC18AF}"/>
                </a:ext>
              </a:extLst>
            </p:cNvPr>
            <p:cNvCxnSpPr>
              <a:cxnSpLocks/>
              <a:stCxn id="34" idx="4"/>
              <a:endCxn id="37" idx="1"/>
            </p:cNvCxnSpPr>
            <p:nvPr/>
          </p:nvCxnSpPr>
          <p:spPr>
            <a:xfrm>
              <a:off x="6302588" y="3406535"/>
              <a:ext cx="120070" cy="2325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191">
              <a:extLst>
                <a:ext uri="{FF2B5EF4-FFF2-40B4-BE49-F238E27FC236}">
                  <a16:creationId xmlns:a16="http://schemas.microsoft.com/office/drawing/2014/main" id="{CF40E3C8-7003-4789-86CB-3AC21F5C2906}"/>
                </a:ext>
              </a:extLst>
            </p:cNvPr>
            <p:cNvCxnSpPr>
              <a:cxnSpLocks/>
              <a:stCxn id="35" idx="3"/>
              <a:endCxn id="36" idx="0"/>
            </p:cNvCxnSpPr>
            <p:nvPr/>
          </p:nvCxnSpPr>
          <p:spPr>
            <a:xfrm flipH="1">
              <a:off x="6645487" y="3376981"/>
              <a:ext cx="123535" cy="2554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193">
              <a:extLst>
                <a:ext uri="{FF2B5EF4-FFF2-40B4-BE49-F238E27FC236}">
                  <a16:creationId xmlns:a16="http://schemas.microsoft.com/office/drawing/2014/main" id="{9F63A171-2EAB-47BE-8216-52E8DCAF9993}"/>
                </a:ext>
              </a:extLst>
            </p:cNvPr>
            <p:cNvCxnSpPr>
              <a:stCxn id="33" idx="6"/>
              <a:endCxn id="35" idx="1"/>
            </p:cNvCxnSpPr>
            <p:nvPr/>
          </p:nvCxnSpPr>
          <p:spPr>
            <a:xfrm>
              <a:off x="6522297" y="3174126"/>
              <a:ext cx="246725" cy="1705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196">
              <a:extLst>
                <a:ext uri="{FF2B5EF4-FFF2-40B4-BE49-F238E27FC236}">
                  <a16:creationId xmlns:a16="http://schemas.microsoft.com/office/drawing/2014/main" id="{8B3BB59B-6163-41A0-86AF-7E4F74B722C6}"/>
                </a:ext>
              </a:extLst>
            </p:cNvPr>
            <p:cNvCxnSpPr>
              <a:cxnSpLocks/>
              <a:stCxn id="37" idx="3"/>
              <a:endCxn id="38" idx="7"/>
            </p:cNvCxnSpPr>
            <p:nvPr/>
          </p:nvCxnSpPr>
          <p:spPr>
            <a:xfrm flipH="1">
              <a:off x="6294386" y="3671449"/>
              <a:ext cx="128272" cy="27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矩形 210">
            <a:extLst>
              <a:ext uri="{FF2B5EF4-FFF2-40B4-BE49-F238E27FC236}">
                <a16:creationId xmlns:a16="http://schemas.microsoft.com/office/drawing/2014/main" id="{F4D6A978-F1FC-434A-9CA4-2D75393551FA}"/>
              </a:ext>
            </a:extLst>
          </p:cNvPr>
          <p:cNvSpPr/>
          <p:nvPr/>
        </p:nvSpPr>
        <p:spPr>
          <a:xfrm>
            <a:off x="4364661" y="782587"/>
            <a:ext cx="13249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随机森林算法</a:t>
            </a:r>
            <a:endParaRPr 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5" name="图片 230">
            <a:extLst>
              <a:ext uri="{FF2B5EF4-FFF2-40B4-BE49-F238E27FC236}">
                <a16:creationId xmlns:a16="http://schemas.microsoft.com/office/drawing/2014/main" id="{DE975048-E746-4FED-B3C4-7A19FC6EEEA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0308" y="1369469"/>
            <a:ext cx="1661173" cy="1653919"/>
          </a:xfrm>
          <a:prstGeom prst="rect">
            <a:avLst/>
          </a:prstGeom>
          <a:scene3d>
            <a:camera prst="isometricOffAxis2Top"/>
            <a:lightRig rig="balanced" dir="t"/>
          </a:scene3d>
          <a:sp3d>
            <a:bevelT/>
          </a:sp3d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20CF22B-5417-4CA3-9409-9EE48110EFB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8919" y="1142553"/>
            <a:ext cx="2003796" cy="2021699"/>
          </a:xfrm>
          <a:prstGeom prst="rect">
            <a:avLst/>
          </a:prstGeom>
        </p:spPr>
      </p:pic>
      <p:sp>
        <p:nvSpPr>
          <p:cNvPr id="57" name="Arrow: Right 56">
            <a:extLst>
              <a:ext uri="{FF2B5EF4-FFF2-40B4-BE49-F238E27FC236}">
                <a16:creationId xmlns:a16="http://schemas.microsoft.com/office/drawing/2014/main" id="{C5A13365-C7D7-44CC-B8CA-083E0E35CE84}"/>
              </a:ext>
            </a:extLst>
          </p:cNvPr>
          <p:cNvSpPr/>
          <p:nvPr/>
        </p:nvSpPr>
        <p:spPr>
          <a:xfrm>
            <a:off x="3251199" y="1839354"/>
            <a:ext cx="407366" cy="585517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D600F9CD-4CB9-4833-BEAC-E86432E136EF}"/>
              </a:ext>
            </a:extLst>
          </p:cNvPr>
          <p:cNvSpPr/>
          <p:nvPr/>
        </p:nvSpPr>
        <p:spPr>
          <a:xfrm>
            <a:off x="6265286" y="1771399"/>
            <a:ext cx="407366" cy="585517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58917B4A-D803-4011-B54F-2D6F1C87E71B}"/>
              </a:ext>
            </a:extLst>
          </p:cNvPr>
          <p:cNvSpPr/>
          <p:nvPr/>
        </p:nvSpPr>
        <p:spPr>
          <a:xfrm>
            <a:off x="9066356" y="1771399"/>
            <a:ext cx="407366" cy="585517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矩形 210">
            <a:extLst>
              <a:ext uri="{FF2B5EF4-FFF2-40B4-BE49-F238E27FC236}">
                <a16:creationId xmlns:a16="http://schemas.microsoft.com/office/drawing/2014/main" id="{A22ACA3B-5A59-4E2F-AAF2-3D216F5E5B7C}"/>
              </a:ext>
            </a:extLst>
          </p:cNvPr>
          <p:cNvSpPr/>
          <p:nvPr/>
        </p:nvSpPr>
        <p:spPr>
          <a:xfrm>
            <a:off x="7275905" y="792249"/>
            <a:ext cx="13249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应用分类算法</a:t>
            </a:r>
            <a:endParaRPr 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" name="矩形 210">
            <a:extLst>
              <a:ext uri="{FF2B5EF4-FFF2-40B4-BE49-F238E27FC236}">
                <a16:creationId xmlns:a16="http://schemas.microsoft.com/office/drawing/2014/main" id="{0FD37722-246F-41F8-BEC8-C19E2ADE5F6B}"/>
              </a:ext>
            </a:extLst>
          </p:cNvPr>
          <p:cNvSpPr/>
          <p:nvPr/>
        </p:nvSpPr>
        <p:spPr>
          <a:xfrm>
            <a:off x="976223" y="762213"/>
            <a:ext cx="13249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样本点采集</a:t>
            </a:r>
            <a:endParaRPr 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" name="矩形 210">
            <a:extLst>
              <a:ext uri="{FF2B5EF4-FFF2-40B4-BE49-F238E27FC236}">
                <a16:creationId xmlns:a16="http://schemas.microsoft.com/office/drawing/2014/main" id="{697F9BAD-8E9F-47EB-88E7-0C0276A79A73}"/>
              </a:ext>
            </a:extLst>
          </p:cNvPr>
          <p:cNvSpPr/>
          <p:nvPr/>
        </p:nvSpPr>
        <p:spPr>
          <a:xfrm>
            <a:off x="10115615" y="739959"/>
            <a:ext cx="13249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结果</a:t>
            </a:r>
            <a:r>
              <a:rPr lang="en-US" altLang="zh-CN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后处理</a:t>
            </a:r>
            <a:endParaRPr 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" name="矩形 210">
            <a:extLst>
              <a:ext uri="{FF2B5EF4-FFF2-40B4-BE49-F238E27FC236}">
                <a16:creationId xmlns:a16="http://schemas.microsoft.com/office/drawing/2014/main" id="{31ED62AD-7463-45A2-B53B-30F73FAEC41E}"/>
              </a:ext>
            </a:extLst>
          </p:cNvPr>
          <p:cNvSpPr/>
          <p:nvPr/>
        </p:nvSpPr>
        <p:spPr>
          <a:xfrm>
            <a:off x="5295168" y="4067572"/>
            <a:ext cx="2562163" cy="2175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随机采样</a:t>
            </a:r>
            <a:endParaRPr lang="en-US" altLang="zh-CN" sz="2400" b="1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分层采样</a:t>
            </a:r>
            <a:endParaRPr lang="en-US" altLang="zh-CN" sz="2400" b="1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目视选点</a:t>
            </a:r>
            <a:endParaRPr 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811717-3DF8-4808-A3E4-DCF5144806BE}"/>
              </a:ext>
            </a:extLst>
          </p:cNvPr>
          <p:cNvSpPr/>
          <p:nvPr/>
        </p:nvSpPr>
        <p:spPr>
          <a:xfrm>
            <a:off x="2857682" y="5006555"/>
            <a:ext cx="1988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样本点采集</a:t>
            </a:r>
            <a:endParaRPr 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9327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0D546979-6A10-45C3-BEEC-0A402C24F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68107"/>
            <a:ext cx="2124075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05" tIns="45702" rIns="91405" bIns="45702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0030101010101" charset="-122"/>
                <a:ea typeface="黑体" panose="02010600030101010101" charset="-122"/>
                <a:cs typeface="+mn-ea"/>
                <a:sym typeface="+mn-lt"/>
              </a:rPr>
              <a:t>目录</a:t>
            </a:r>
            <a:endParaRPr lang="en-US" altLang="zh-CN" sz="3200" kern="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0030101010101" charset="-122"/>
              <a:ea typeface="黑体" panose="02010600030101010101" charset="-122"/>
              <a:cs typeface="+mn-ea"/>
              <a:sym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186387-29CD-4557-AE79-30BE17CB9420}"/>
              </a:ext>
            </a:extLst>
          </p:cNvPr>
          <p:cNvSpPr/>
          <p:nvPr/>
        </p:nvSpPr>
        <p:spPr>
          <a:xfrm>
            <a:off x="3210174" y="1553849"/>
            <a:ext cx="5595159" cy="3040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进度反馈</a:t>
            </a:r>
            <a:endParaRPr lang="en-US" altLang="zh-CN" sz="2000" dirty="0"/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/>
              <a:t>【</a:t>
            </a:r>
            <a:r>
              <a:rPr lang="zh-CN" altLang="en-US" sz="2000" dirty="0"/>
              <a:t>建设用地控制点</a:t>
            </a:r>
            <a:r>
              <a:rPr lang="en-US" altLang="zh-CN" sz="2000" dirty="0"/>
              <a:t>】</a:t>
            </a:r>
            <a:r>
              <a:rPr lang="zh-CN" altLang="en-US" sz="2000" dirty="0"/>
              <a:t>的目视判读</a:t>
            </a:r>
            <a:endParaRPr lang="en-US" altLang="zh-CN" sz="2000" dirty="0"/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/>
              <a:t>【</a:t>
            </a:r>
            <a:r>
              <a:rPr lang="zh-CN" altLang="en-US" sz="2000" dirty="0"/>
              <a:t>数据准备阶段</a:t>
            </a:r>
            <a:r>
              <a:rPr lang="en-US" altLang="zh-CN" sz="2000" dirty="0"/>
              <a:t>】</a:t>
            </a:r>
            <a:r>
              <a:rPr lang="zh-CN" altLang="en-US" sz="2000" dirty="0"/>
              <a:t>的大致流程</a:t>
            </a:r>
            <a:endParaRPr lang="en-US" altLang="zh-CN" sz="2000" dirty="0"/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/>
              <a:t>【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NDVI/NDBI/EVI</a:t>
            </a:r>
            <a:r>
              <a:rPr lang="en-US" altLang="zh-CN" sz="2000" dirty="0"/>
              <a:t>】</a:t>
            </a:r>
            <a:r>
              <a:rPr lang="zh-CN" altLang="en-US" sz="2000" dirty="0"/>
              <a:t>的计算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390443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F186387-29CD-4557-AE79-30BE17CB9420}"/>
              </a:ext>
            </a:extLst>
          </p:cNvPr>
          <p:cNvSpPr/>
          <p:nvPr/>
        </p:nvSpPr>
        <p:spPr>
          <a:xfrm>
            <a:off x="382308" y="2146515"/>
            <a:ext cx="3546225" cy="2226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进度反馈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建设用地控制点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】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的目视判读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数据准备阶段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】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的大致流程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【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NDVI/NDBI/EVI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】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的计算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722B21-C1B5-49B6-9D23-FF1127925FC6}"/>
              </a:ext>
            </a:extLst>
          </p:cNvPr>
          <p:cNvSpPr/>
          <p:nvPr/>
        </p:nvSpPr>
        <p:spPr>
          <a:xfrm>
            <a:off x="6311335" y="2700512"/>
            <a:ext cx="3531736" cy="11182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非建设用地训练点的采集进度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遇到的问题？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477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F186387-29CD-4557-AE79-30BE17CB9420}"/>
              </a:ext>
            </a:extLst>
          </p:cNvPr>
          <p:cNvSpPr/>
          <p:nvPr/>
        </p:nvSpPr>
        <p:spPr>
          <a:xfrm>
            <a:off x="382308" y="2146515"/>
            <a:ext cx="3546225" cy="2226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进度反馈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建设用地控制点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】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的目视判读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数据准备阶段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】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的大致流程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【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NDVI/NDBI/EVI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】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的计算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722B21-C1B5-49B6-9D23-FF1127925FC6}"/>
              </a:ext>
            </a:extLst>
          </p:cNvPr>
          <p:cNvSpPr/>
          <p:nvPr/>
        </p:nvSpPr>
        <p:spPr>
          <a:xfrm>
            <a:off x="6260535" y="2146515"/>
            <a:ext cx="3911076" cy="1672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参考文档在百度网盘中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确定谁负责数据的下载和拼接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预计的困难：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47C134-E243-4136-A4D8-AE91A335FBAB}"/>
              </a:ext>
            </a:extLst>
          </p:cNvPr>
          <p:cNvSpPr/>
          <p:nvPr/>
        </p:nvSpPr>
        <p:spPr>
          <a:xfrm>
            <a:off x="6781549" y="3971520"/>
            <a:ext cx="3302507" cy="8758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/>
              <a:t>）西南西北地区建设用地很少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dirty="0"/>
              <a:t>2</a:t>
            </a:r>
            <a:r>
              <a:rPr lang="zh-CN" altLang="en-US" dirty="0"/>
              <a:t>）每个人的个人经验决定质量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371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F186387-29CD-4557-AE79-30BE17CB9420}"/>
              </a:ext>
            </a:extLst>
          </p:cNvPr>
          <p:cNvSpPr/>
          <p:nvPr/>
        </p:nvSpPr>
        <p:spPr>
          <a:xfrm>
            <a:off x="382308" y="2146515"/>
            <a:ext cx="3546225" cy="2226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进度反馈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建设用地控制点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】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的目视判读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数据准备阶段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】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的大致流程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【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NDVI/NDBI/EVI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】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的计算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722B21-C1B5-49B6-9D23-FF1127925FC6}"/>
              </a:ext>
            </a:extLst>
          </p:cNvPr>
          <p:cNvSpPr/>
          <p:nvPr/>
        </p:nvSpPr>
        <p:spPr>
          <a:xfrm>
            <a:off x="5515468" y="1096648"/>
            <a:ext cx="4769254" cy="564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dirty="0"/>
              <a:t>【</a:t>
            </a:r>
            <a:r>
              <a:rPr lang="zh-CN" altLang="en-US" dirty="0"/>
              <a:t>傅里叶</a:t>
            </a:r>
            <a:r>
              <a:rPr lang="en-US" altLang="zh-CN" dirty="0"/>
              <a:t>】【Landsat】【NDVI/NDBI/EVI】</a:t>
            </a:r>
          </a:p>
        </p:txBody>
      </p:sp>
      <p:graphicFrame>
        <p:nvGraphicFramePr>
          <p:cNvPr id="4" name="对象 133">
            <a:extLst>
              <a:ext uri="{FF2B5EF4-FFF2-40B4-BE49-F238E27FC236}">
                <a16:creationId xmlns:a16="http://schemas.microsoft.com/office/drawing/2014/main" id="{4294D218-056F-4FFF-85AF-26CDBAF799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8368045"/>
              </p:ext>
            </p:extLst>
          </p:nvPr>
        </p:nvGraphicFramePr>
        <p:xfrm>
          <a:off x="4573161" y="870427"/>
          <a:ext cx="7236531" cy="5117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Graph" r:id="rId3" imgW="4276800" imgH="3024000" progId="Origin50.Graph">
                  <p:embed/>
                </p:oleObj>
              </mc:Choice>
              <mc:Fallback>
                <p:oleObj name="Graph" r:id="rId3" imgW="4276800" imgH="3024000" progId="Origin50.Graph">
                  <p:embed/>
                  <p:pic>
                    <p:nvPicPr>
                      <p:cNvPr id="4" name="对象 133">
                        <a:extLst>
                          <a:ext uri="{FF2B5EF4-FFF2-40B4-BE49-F238E27FC236}">
                            <a16:creationId xmlns:a16="http://schemas.microsoft.com/office/drawing/2014/main" id="{EC7E207B-DA70-4588-AE6B-B2CD0ADA48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3161" y="870427"/>
                        <a:ext cx="7236531" cy="51171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箭头连接符 146">
            <a:extLst>
              <a:ext uri="{FF2B5EF4-FFF2-40B4-BE49-F238E27FC236}">
                <a16:creationId xmlns:a16="http://schemas.microsoft.com/office/drawing/2014/main" id="{5FE410C4-A767-4C26-819A-E3846C1BEE68}"/>
              </a:ext>
            </a:extLst>
          </p:cNvPr>
          <p:cNvCxnSpPr>
            <a:cxnSpLocks/>
          </p:cNvCxnSpPr>
          <p:nvPr/>
        </p:nvCxnSpPr>
        <p:spPr>
          <a:xfrm>
            <a:off x="5522668" y="5107264"/>
            <a:ext cx="5970056" cy="0"/>
          </a:xfrm>
          <a:prstGeom prst="straightConnector1">
            <a:avLst/>
          </a:prstGeom>
          <a:solidFill>
            <a:schemeClr val="accent2">
              <a:lumMod val="75000"/>
            </a:schemeClr>
          </a:solidFill>
          <a:ln w="0">
            <a:solidFill>
              <a:schemeClr val="tx1">
                <a:lumMod val="95000"/>
                <a:lumOff val="5000"/>
                <a:alpha val="97000"/>
              </a:schemeClr>
            </a:solidFill>
            <a:prstDash val="solid"/>
            <a:bevel/>
            <a:headEnd/>
            <a:tailEnd/>
          </a:ln>
          <a:scene3d>
            <a:camera prst="isometricTopUp"/>
            <a:lightRig rig="threePt" dir="t"/>
          </a:scene3d>
        </p:spPr>
      </p:cxnSp>
      <p:grpSp>
        <p:nvGrpSpPr>
          <p:cNvPr id="6" name="组合 1">
            <a:extLst>
              <a:ext uri="{FF2B5EF4-FFF2-40B4-BE49-F238E27FC236}">
                <a16:creationId xmlns:a16="http://schemas.microsoft.com/office/drawing/2014/main" id="{EF69EB2A-55D0-4F5E-B635-A8A717C07692}"/>
              </a:ext>
            </a:extLst>
          </p:cNvPr>
          <p:cNvGrpSpPr/>
          <p:nvPr/>
        </p:nvGrpSpPr>
        <p:grpSpPr>
          <a:xfrm>
            <a:off x="5955689" y="2426028"/>
            <a:ext cx="4605859" cy="2507440"/>
            <a:chOff x="1025199" y="2054750"/>
            <a:chExt cx="4605859" cy="2507440"/>
          </a:xfrm>
          <a:solidFill>
            <a:schemeClr val="accent2">
              <a:lumMod val="60000"/>
              <a:lumOff val="40000"/>
            </a:schemeClr>
          </a:solidFill>
        </p:grpSpPr>
        <p:cxnSp>
          <p:nvCxnSpPr>
            <p:cNvPr id="7" name="直接连接符 38">
              <a:extLst>
                <a:ext uri="{FF2B5EF4-FFF2-40B4-BE49-F238E27FC236}">
                  <a16:creationId xmlns:a16="http://schemas.microsoft.com/office/drawing/2014/main" id="{DBFC0793-7451-41CC-8CC8-DA63BEBEBE46}"/>
                </a:ext>
              </a:extLst>
            </p:cNvPr>
            <p:cNvCxnSpPr/>
            <p:nvPr/>
          </p:nvCxnSpPr>
          <p:spPr>
            <a:xfrm flipV="1">
              <a:off x="1052057" y="4478779"/>
              <a:ext cx="129597" cy="50800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直接连接符 40">
              <a:extLst>
                <a:ext uri="{FF2B5EF4-FFF2-40B4-BE49-F238E27FC236}">
                  <a16:creationId xmlns:a16="http://schemas.microsoft.com/office/drawing/2014/main" id="{77F9E974-603D-46BB-8E05-0F6834988C77}"/>
                </a:ext>
              </a:extLst>
            </p:cNvPr>
            <p:cNvCxnSpPr/>
            <p:nvPr/>
          </p:nvCxnSpPr>
          <p:spPr>
            <a:xfrm flipV="1">
              <a:off x="1181654" y="3490497"/>
              <a:ext cx="157029" cy="985107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直接连接符 42">
              <a:extLst>
                <a:ext uri="{FF2B5EF4-FFF2-40B4-BE49-F238E27FC236}">
                  <a16:creationId xmlns:a16="http://schemas.microsoft.com/office/drawing/2014/main" id="{A6311502-9F34-4106-BBD3-4D14D095ACC0}"/>
                </a:ext>
              </a:extLst>
            </p:cNvPr>
            <p:cNvCxnSpPr/>
            <p:nvPr/>
          </p:nvCxnSpPr>
          <p:spPr>
            <a:xfrm>
              <a:off x="1338683" y="3490497"/>
              <a:ext cx="102165" cy="45307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" name="直接连接符 44">
              <a:extLst>
                <a:ext uri="{FF2B5EF4-FFF2-40B4-BE49-F238E27FC236}">
                  <a16:creationId xmlns:a16="http://schemas.microsoft.com/office/drawing/2014/main" id="{AF420931-4767-4B4D-8312-4A0764B3DE8A}"/>
                </a:ext>
              </a:extLst>
            </p:cNvPr>
            <p:cNvCxnSpPr/>
            <p:nvPr/>
          </p:nvCxnSpPr>
          <p:spPr>
            <a:xfrm>
              <a:off x="1440848" y="3535804"/>
              <a:ext cx="129597" cy="885825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" name="直接连接符 48">
              <a:extLst>
                <a:ext uri="{FF2B5EF4-FFF2-40B4-BE49-F238E27FC236}">
                  <a16:creationId xmlns:a16="http://schemas.microsoft.com/office/drawing/2014/main" id="{CBA74666-F4E5-45E9-A1D0-41DFA4FB752F}"/>
                </a:ext>
              </a:extLst>
            </p:cNvPr>
            <p:cNvCxnSpPr>
              <a:cxnSpLocks/>
            </p:cNvCxnSpPr>
            <p:nvPr/>
          </p:nvCxnSpPr>
          <p:spPr>
            <a:xfrm>
              <a:off x="1570445" y="4421629"/>
              <a:ext cx="129597" cy="107950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" name="直接连接符 50">
              <a:extLst>
                <a:ext uri="{FF2B5EF4-FFF2-40B4-BE49-F238E27FC236}">
                  <a16:creationId xmlns:a16="http://schemas.microsoft.com/office/drawing/2014/main" id="{2004AF15-EBD3-43EC-B125-76B3606E23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0042" y="2581382"/>
              <a:ext cx="259194" cy="1948197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直接连接符 52">
              <a:extLst>
                <a:ext uri="{FF2B5EF4-FFF2-40B4-BE49-F238E27FC236}">
                  <a16:creationId xmlns:a16="http://schemas.microsoft.com/office/drawing/2014/main" id="{3CBF2E63-FB54-4E90-B6CE-C386298BDD5C}"/>
                </a:ext>
              </a:extLst>
            </p:cNvPr>
            <p:cNvCxnSpPr/>
            <p:nvPr/>
          </p:nvCxnSpPr>
          <p:spPr>
            <a:xfrm>
              <a:off x="1959236" y="2581382"/>
              <a:ext cx="142131" cy="243222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直接连接符 54">
              <a:extLst>
                <a:ext uri="{FF2B5EF4-FFF2-40B4-BE49-F238E27FC236}">
                  <a16:creationId xmlns:a16="http://schemas.microsoft.com/office/drawing/2014/main" id="{097B1AF2-B556-45DE-AF55-4F8090DCEA2F}"/>
                </a:ext>
              </a:extLst>
            </p:cNvPr>
            <p:cNvCxnSpPr/>
            <p:nvPr/>
          </p:nvCxnSpPr>
          <p:spPr>
            <a:xfrm flipV="1">
              <a:off x="2101367" y="2063966"/>
              <a:ext cx="110981" cy="766988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直接连接符 56">
              <a:extLst>
                <a:ext uri="{FF2B5EF4-FFF2-40B4-BE49-F238E27FC236}">
                  <a16:creationId xmlns:a16="http://schemas.microsoft.com/office/drawing/2014/main" id="{29B95E1C-8F4E-4276-8865-DF9E77D97970}"/>
                </a:ext>
              </a:extLst>
            </p:cNvPr>
            <p:cNvCxnSpPr/>
            <p:nvPr/>
          </p:nvCxnSpPr>
          <p:spPr>
            <a:xfrm>
              <a:off x="2212348" y="2063966"/>
              <a:ext cx="162830" cy="180958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直接连接符 58">
              <a:extLst>
                <a:ext uri="{FF2B5EF4-FFF2-40B4-BE49-F238E27FC236}">
                  <a16:creationId xmlns:a16="http://schemas.microsoft.com/office/drawing/2014/main" id="{8171F492-1E3B-4073-866D-36995A65C027}"/>
                </a:ext>
              </a:extLst>
            </p:cNvPr>
            <p:cNvCxnSpPr>
              <a:cxnSpLocks/>
            </p:cNvCxnSpPr>
            <p:nvPr/>
          </p:nvCxnSpPr>
          <p:spPr>
            <a:xfrm>
              <a:off x="2375178" y="2244924"/>
              <a:ext cx="129878" cy="63544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" name="直接连接符 60">
              <a:extLst>
                <a:ext uri="{FF2B5EF4-FFF2-40B4-BE49-F238E27FC236}">
                  <a16:creationId xmlns:a16="http://schemas.microsoft.com/office/drawing/2014/main" id="{9BFD78B9-1148-4AC5-AFA5-964EBF0090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5452" y="2275329"/>
              <a:ext cx="111769" cy="33139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直接连接符 62">
              <a:extLst>
                <a:ext uri="{FF2B5EF4-FFF2-40B4-BE49-F238E27FC236}">
                  <a16:creationId xmlns:a16="http://schemas.microsoft.com/office/drawing/2014/main" id="{0A5E731C-3862-4544-A791-9DE724375089}"/>
                </a:ext>
              </a:extLst>
            </p:cNvPr>
            <p:cNvCxnSpPr/>
            <p:nvPr/>
          </p:nvCxnSpPr>
          <p:spPr>
            <a:xfrm>
              <a:off x="2607221" y="2275329"/>
              <a:ext cx="149204" cy="198419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" name="直接连接符 64">
              <a:extLst>
                <a:ext uri="{FF2B5EF4-FFF2-40B4-BE49-F238E27FC236}">
                  <a16:creationId xmlns:a16="http://schemas.microsoft.com/office/drawing/2014/main" id="{6A2669B4-1D01-432A-818B-2E8DEE459604}"/>
                </a:ext>
              </a:extLst>
            </p:cNvPr>
            <p:cNvCxnSpPr/>
            <p:nvPr/>
          </p:nvCxnSpPr>
          <p:spPr>
            <a:xfrm>
              <a:off x="2756425" y="2469004"/>
              <a:ext cx="239587" cy="1966049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" name="直接连接符 66">
              <a:extLst>
                <a:ext uri="{FF2B5EF4-FFF2-40B4-BE49-F238E27FC236}">
                  <a16:creationId xmlns:a16="http://schemas.microsoft.com/office/drawing/2014/main" id="{2D664CD7-080E-4DD9-AC6B-033CC78BE6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92936" y="3779775"/>
              <a:ext cx="154730" cy="655278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直接连接符 70">
              <a:extLst>
                <a:ext uri="{FF2B5EF4-FFF2-40B4-BE49-F238E27FC236}">
                  <a16:creationId xmlns:a16="http://schemas.microsoft.com/office/drawing/2014/main" id="{7AE30FE0-052F-467A-A6AA-086AC58208C1}"/>
                </a:ext>
              </a:extLst>
            </p:cNvPr>
            <p:cNvCxnSpPr/>
            <p:nvPr/>
          </p:nvCxnSpPr>
          <p:spPr>
            <a:xfrm>
              <a:off x="3153041" y="3796154"/>
              <a:ext cx="129597" cy="568325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直接连接符 1023">
              <a:extLst>
                <a:ext uri="{FF2B5EF4-FFF2-40B4-BE49-F238E27FC236}">
                  <a16:creationId xmlns:a16="http://schemas.microsoft.com/office/drawing/2014/main" id="{CE06832B-9B14-416D-A9D5-E6E446984BD4}"/>
                </a:ext>
              </a:extLst>
            </p:cNvPr>
            <p:cNvCxnSpPr/>
            <p:nvPr/>
          </p:nvCxnSpPr>
          <p:spPr>
            <a:xfrm flipV="1">
              <a:off x="3282638" y="3779774"/>
              <a:ext cx="102165" cy="579163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直接连接符 1026">
              <a:extLst>
                <a:ext uri="{FF2B5EF4-FFF2-40B4-BE49-F238E27FC236}">
                  <a16:creationId xmlns:a16="http://schemas.microsoft.com/office/drawing/2014/main" id="{A7BE9EE2-A727-4D15-9B4F-DF1E9FBCCD1E}"/>
                </a:ext>
              </a:extLst>
            </p:cNvPr>
            <p:cNvCxnSpPr/>
            <p:nvPr/>
          </p:nvCxnSpPr>
          <p:spPr>
            <a:xfrm flipV="1">
              <a:off x="3384803" y="3416130"/>
              <a:ext cx="129597" cy="363644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" name="直接连接符 1029">
              <a:extLst>
                <a:ext uri="{FF2B5EF4-FFF2-40B4-BE49-F238E27FC236}">
                  <a16:creationId xmlns:a16="http://schemas.microsoft.com/office/drawing/2014/main" id="{B2AC5DBD-5137-4E93-A293-2F27052A82C6}"/>
                </a:ext>
              </a:extLst>
            </p:cNvPr>
            <p:cNvCxnSpPr/>
            <p:nvPr/>
          </p:nvCxnSpPr>
          <p:spPr>
            <a:xfrm>
              <a:off x="3514400" y="3416130"/>
              <a:ext cx="129597" cy="494324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直接连接符 1031">
              <a:extLst>
                <a:ext uri="{FF2B5EF4-FFF2-40B4-BE49-F238E27FC236}">
                  <a16:creationId xmlns:a16="http://schemas.microsoft.com/office/drawing/2014/main" id="{04FACE37-06F1-44D2-B9C4-4CC8F4E9E24E}"/>
                </a:ext>
              </a:extLst>
            </p:cNvPr>
            <p:cNvCxnSpPr/>
            <p:nvPr/>
          </p:nvCxnSpPr>
          <p:spPr>
            <a:xfrm flipV="1">
              <a:off x="3643997" y="2381256"/>
              <a:ext cx="155286" cy="1532373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7" name="直接连接符 1033">
              <a:extLst>
                <a:ext uri="{FF2B5EF4-FFF2-40B4-BE49-F238E27FC236}">
                  <a16:creationId xmlns:a16="http://schemas.microsoft.com/office/drawing/2014/main" id="{D9129C7A-D7B0-4DF8-89B4-B7BE3B3DD5F2}"/>
                </a:ext>
              </a:extLst>
            </p:cNvPr>
            <p:cNvCxnSpPr>
              <a:cxnSpLocks/>
            </p:cNvCxnSpPr>
            <p:nvPr/>
          </p:nvCxnSpPr>
          <p:spPr>
            <a:xfrm>
              <a:off x="3801026" y="2381256"/>
              <a:ext cx="102165" cy="66204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8" name="直接连接符 1035">
              <a:extLst>
                <a:ext uri="{FF2B5EF4-FFF2-40B4-BE49-F238E27FC236}">
                  <a16:creationId xmlns:a16="http://schemas.microsoft.com/office/drawing/2014/main" id="{2D0F73EB-AFE4-4AD5-909E-7FA01FC0C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03191" y="2381256"/>
              <a:ext cx="145572" cy="66204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9" name="直接连接符 1037">
              <a:extLst>
                <a:ext uri="{FF2B5EF4-FFF2-40B4-BE49-F238E27FC236}">
                  <a16:creationId xmlns:a16="http://schemas.microsoft.com/office/drawing/2014/main" id="{8916E015-0129-4CE6-8BE9-9C85CDF9B20C}"/>
                </a:ext>
              </a:extLst>
            </p:cNvPr>
            <p:cNvCxnSpPr>
              <a:cxnSpLocks/>
            </p:cNvCxnSpPr>
            <p:nvPr/>
          </p:nvCxnSpPr>
          <p:spPr>
            <a:xfrm>
              <a:off x="4048763" y="2381256"/>
              <a:ext cx="113622" cy="766186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0" name="直接连接符 1039">
              <a:extLst>
                <a:ext uri="{FF2B5EF4-FFF2-40B4-BE49-F238E27FC236}">
                  <a16:creationId xmlns:a16="http://schemas.microsoft.com/office/drawing/2014/main" id="{2B26BF13-385B-4569-89DB-7F4D81DE5979}"/>
                </a:ext>
              </a:extLst>
            </p:cNvPr>
            <p:cNvCxnSpPr>
              <a:cxnSpLocks/>
            </p:cNvCxnSpPr>
            <p:nvPr/>
          </p:nvCxnSpPr>
          <p:spPr>
            <a:xfrm>
              <a:off x="4162385" y="3147442"/>
              <a:ext cx="157029" cy="274475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直接连接符 1041">
              <a:extLst>
                <a:ext uri="{FF2B5EF4-FFF2-40B4-BE49-F238E27FC236}">
                  <a16:creationId xmlns:a16="http://schemas.microsoft.com/office/drawing/2014/main" id="{D8CFE8E1-7443-466F-B33B-29E60E91D297}"/>
                </a:ext>
              </a:extLst>
            </p:cNvPr>
            <p:cNvCxnSpPr>
              <a:cxnSpLocks/>
            </p:cNvCxnSpPr>
            <p:nvPr/>
          </p:nvCxnSpPr>
          <p:spPr>
            <a:xfrm>
              <a:off x="4307957" y="3415304"/>
              <a:ext cx="113622" cy="772799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直接连接符 1043">
              <a:extLst>
                <a:ext uri="{FF2B5EF4-FFF2-40B4-BE49-F238E27FC236}">
                  <a16:creationId xmlns:a16="http://schemas.microsoft.com/office/drawing/2014/main" id="{EEC0B369-EED8-4069-8C5E-BAAE18E5E894}"/>
                </a:ext>
              </a:extLst>
            </p:cNvPr>
            <p:cNvCxnSpPr>
              <a:cxnSpLocks/>
            </p:cNvCxnSpPr>
            <p:nvPr/>
          </p:nvCxnSpPr>
          <p:spPr>
            <a:xfrm>
              <a:off x="4421579" y="4182316"/>
              <a:ext cx="145572" cy="57275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直接连接符 1045">
              <a:extLst>
                <a:ext uri="{FF2B5EF4-FFF2-40B4-BE49-F238E27FC236}">
                  <a16:creationId xmlns:a16="http://schemas.microsoft.com/office/drawing/2014/main" id="{7CA47879-44AD-4F47-9736-C12819715A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7151" y="4210953"/>
              <a:ext cx="291038" cy="28639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直接连接符 1047">
              <a:extLst>
                <a:ext uri="{FF2B5EF4-FFF2-40B4-BE49-F238E27FC236}">
                  <a16:creationId xmlns:a16="http://schemas.microsoft.com/office/drawing/2014/main" id="{0A81482D-78E9-4D99-8A29-7B0958E2BF41}"/>
                </a:ext>
              </a:extLst>
            </p:cNvPr>
            <p:cNvCxnSpPr>
              <a:cxnSpLocks/>
            </p:cNvCxnSpPr>
            <p:nvPr/>
          </p:nvCxnSpPr>
          <p:spPr>
            <a:xfrm>
              <a:off x="4863851" y="4216597"/>
              <a:ext cx="114432" cy="41804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5" name="直接连接符 1049">
              <a:extLst>
                <a:ext uri="{FF2B5EF4-FFF2-40B4-BE49-F238E27FC236}">
                  <a16:creationId xmlns:a16="http://schemas.microsoft.com/office/drawing/2014/main" id="{A9103B7C-7C35-4D3B-B72F-45D801C95D69}"/>
                </a:ext>
              </a:extLst>
            </p:cNvPr>
            <p:cNvCxnSpPr>
              <a:cxnSpLocks/>
            </p:cNvCxnSpPr>
            <p:nvPr/>
          </p:nvCxnSpPr>
          <p:spPr>
            <a:xfrm>
              <a:off x="4967399" y="4250878"/>
              <a:ext cx="100782" cy="61345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6" name="直接连接符 1051">
              <a:extLst>
                <a:ext uri="{FF2B5EF4-FFF2-40B4-BE49-F238E27FC236}">
                  <a16:creationId xmlns:a16="http://schemas.microsoft.com/office/drawing/2014/main" id="{94A1EF1E-5C62-4A33-8D25-240F96124B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68181" y="4225272"/>
              <a:ext cx="151535" cy="86952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直接连接符 1053">
              <a:extLst>
                <a:ext uri="{FF2B5EF4-FFF2-40B4-BE49-F238E27FC236}">
                  <a16:creationId xmlns:a16="http://schemas.microsoft.com/office/drawing/2014/main" id="{DC75757B-ED5D-4FDA-B7C2-7EA386B69FE4}"/>
                </a:ext>
              </a:extLst>
            </p:cNvPr>
            <p:cNvCxnSpPr/>
            <p:nvPr/>
          </p:nvCxnSpPr>
          <p:spPr>
            <a:xfrm flipV="1">
              <a:off x="5225378" y="3748529"/>
              <a:ext cx="113693" cy="480113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8" name="直接连接符 1055">
              <a:extLst>
                <a:ext uri="{FF2B5EF4-FFF2-40B4-BE49-F238E27FC236}">
                  <a16:creationId xmlns:a16="http://schemas.microsoft.com/office/drawing/2014/main" id="{EB2DEC98-E0D9-4666-BB15-8E5E0217A062}"/>
                </a:ext>
              </a:extLst>
            </p:cNvPr>
            <p:cNvCxnSpPr/>
            <p:nvPr/>
          </p:nvCxnSpPr>
          <p:spPr>
            <a:xfrm>
              <a:off x="5344733" y="3748529"/>
              <a:ext cx="120713" cy="107950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9" name="直接连接符 1057">
              <a:extLst>
                <a:ext uri="{FF2B5EF4-FFF2-40B4-BE49-F238E27FC236}">
                  <a16:creationId xmlns:a16="http://schemas.microsoft.com/office/drawing/2014/main" id="{265CA29A-1CF1-492F-8073-0E280A68F4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5446" y="3520885"/>
              <a:ext cx="138180" cy="335594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0" name="Freeform 52">
              <a:extLst>
                <a:ext uri="{FF2B5EF4-FFF2-40B4-BE49-F238E27FC236}">
                  <a16:creationId xmlns:a16="http://schemas.microsoft.com/office/drawing/2014/main" id="{26685D73-67DC-47CF-9130-E0251A5302A1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192536" y="2054750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52">
              <a:extLst>
                <a:ext uri="{FF2B5EF4-FFF2-40B4-BE49-F238E27FC236}">
                  <a16:creationId xmlns:a16="http://schemas.microsoft.com/office/drawing/2014/main" id="{E78115F8-1687-4AF6-853F-D7A5E0F3771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393344" y="4150848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52">
              <a:extLst>
                <a:ext uri="{FF2B5EF4-FFF2-40B4-BE49-F238E27FC236}">
                  <a16:creationId xmlns:a16="http://schemas.microsoft.com/office/drawing/2014/main" id="{EB8E23DC-0074-455B-9846-19E67E7C14F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025199" y="4507326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52">
              <a:extLst>
                <a:ext uri="{FF2B5EF4-FFF2-40B4-BE49-F238E27FC236}">
                  <a16:creationId xmlns:a16="http://schemas.microsoft.com/office/drawing/2014/main" id="{836507AC-E4DB-4511-8BB0-8FA605BD907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170804" y="4438737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4" name="Freeform 52">
              <a:extLst>
                <a:ext uri="{FF2B5EF4-FFF2-40B4-BE49-F238E27FC236}">
                  <a16:creationId xmlns:a16="http://schemas.microsoft.com/office/drawing/2014/main" id="{73453872-0E09-4C54-B526-71A7B2CCD8C0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314333" y="3479796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52">
              <a:extLst>
                <a:ext uri="{FF2B5EF4-FFF2-40B4-BE49-F238E27FC236}">
                  <a16:creationId xmlns:a16="http://schemas.microsoft.com/office/drawing/2014/main" id="{5AFD717C-1CD2-4519-8F10-13F34362B63E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414183" y="3525736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52">
              <a:extLst>
                <a:ext uri="{FF2B5EF4-FFF2-40B4-BE49-F238E27FC236}">
                  <a16:creationId xmlns:a16="http://schemas.microsoft.com/office/drawing/2014/main" id="{0A4FC933-F590-4440-B948-5A8C05800CA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544081" y="4402272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52">
              <a:extLst>
                <a:ext uri="{FF2B5EF4-FFF2-40B4-BE49-F238E27FC236}">
                  <a16:creationId xmlns:a16="http://schemas.microsoft.com/office/drawing/2014/main" id="{C617D15B-1E23-488E-BD75-73ECB15679B1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672610" y="4500749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52">
              <a:extLst>
                <a:ext uri="{FF2B5EF4-FFF2-40B4-BE49-F238E27FC236}">
                  <a16:creationId xmlns:a16="http://schemas.microsoft.com/office/drawing/2014/main" id="{E8788B54-A5CE-4A0D-B3B7-84D8FEC1993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068674" y="2785105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52">
              <a:extLst>
                <a:ext uri="{FF2B5EF4-FFF2-40B4-BE49-F238E27FC236}">
                  <a16:creationId xmlns:a16="http://schemas.microsoft.com/office/drawing/2014/main" id="{6F84271A-851F-4EE0-A888-760A4383D164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346043" y="2221648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52">
              <a:extLst>
                <a:ext uri="{FF2B5EF4-FFF2-40B4-BE49-F238E27FC236}">
                  <a16:creationId xmlns:a16="http://schemas.microsoft.com/office/drawing/2014/main" id="{BDA9122E-F358-41D2-9087-447E9A957292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468020" y="2283619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52">
              <a:extLst>
                <a:ext uri="{FF2B5EF4-FFF2-40B4-BE49-F238E27FC236}">
                  <a16:creationId xmlns:a16="http://schemas.microsoft.com/office/drawing/2014/main" id="{09E7AB85-A972-4EE9-910C-6648B1704FE6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589797" y="2260080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CE026636-E6AF-4488-A527-C72EF702F20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726605" y="2420067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B1CA651F-2368-494E-BECD-D1E8694B69F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960960" y="4402272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52">
              <a:extLst>
                <a:ext uri="{FF2B5EF4-FFF2-40B4-BE49-F238E27FC236}">
                  <a16:creationId xmlns:a16="http://schemas.microsoft.com/office/drawing/2014/main" id="{7014D9F7-071A-44BB-92B5-722F26FD73A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251402" y="4324127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D16C553B-5341-4493-B49B-9FE94EEFA396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349453" y="3753587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52">
              <a:extLst>
                <a:ext uri="{FF2B5EF4-FFF2-40B4-BE49-F238E27FC236}">
                  <a16:creationId xmlns:a16="http://schemas.microsoft.com/office/drawing/2014/main" id="{8BCFBDFE-3FA3-4C1E-B616-561024A26AA2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488871" y="3411284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67091E46-47A8-48B2-A718-7B105974BDE1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616716" y="3868206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052C60CC-989B-4469-8569-E328291FAEB2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778522" y="2368261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9" name="Freeform 52">
              <a:extLst>
                <a:ext uri="{FF2B5EF4-FFF2-40B4-BE49-F238E27FC236}">
                  <a16:creationId xmlns:a16="http://schemas.microsoft.com/office/drawing/2014/main" id="{B93027E9-264C-4298-B630-B487060363F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292718" y="3388983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52">
              <a:extLst>
                <a:ext uri="{FF2B5EF4-FFF2-40B4-BE49-F238E27FC236}">
                  <a16:creationId xmlns:a16="http://schemas.microsoft.com/office/drawing/2014/main" id="{677DA619-7F15-416E-8E2B-8F3B0BCF38BB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547042" y="4218807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222E1A81-4D6C-4974-BB8C-007D17DD77BC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829096" y="4195917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Freeform 52">
              <a:extLst>
                <a:ext uri="{FF2B5EF4-FFF2-40B4-BE49-F238E27FC236}">
                  <a16:creationId xmlns:a16="http://schemas.microsoft.com/office/drawing/2014/main" id="{7B5FD312-4F95-4388-82E5-D99DB466CECE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950314" y="4247771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Freeform 52">
              <a:extLst>
                <a:ext uri="{FF2B5EF4-FFF2-40B4-BE49-F238E27FC236}">
                  <a16:creationId xmlns:a16="http://schemas.microsoft.com/office/drawing/2014/main" id="{2822297A-DE13-4203-B606-03152316E286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051096" y="4271570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" name="Freeform 52">
              <a:extLst>
                <a:ext uri="{FF2B5EF4-FFF2-40B4-BE49-F238E27FC236}">
                  <a16:creationId xmlns:a16="http://schemas.microsoft.com/office/drawing/2014/main" id="{A616A8A6-6A85-4154-97ED-2DA51237373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193644" y="4195723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5" name="Freeform 52">
              <a:extLst>
                <a:ext uri="{FF2B5EF4-FFF2-40B4-BE49-F238E27FC236}">
                  <a16:creationId xmlns:a16="http://schemas.microsoft.com/office/drawing/2014/main" id="{A8C8CEDD-7246-480D-B34D-CF6A9AA5087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442271" y="3830884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6" name="Freeform 52">
              <a:extLst>
                <a:ext uri="{FF2B5EF4-FFF2-40B4-BE49-F238E27FC236}">
                  <a16:creationId xmlns:a16="http://schemas.microsoft.com/office/drawing/2014/main" id="{DF1D1621-2214-4C5A-9FC9-B1656C526EDD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322166" y="3722313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7" name="Freeform 52">
              <a:extLst>
                <a:ext uri="{FF2B5EF4-FFF2-40B4-BE49-F238E27FC236}">
                  <a16:creationId xmlns:a16="http://schemas.microsoft.com/office/drawing/2014/main" id="{7F2EEC49-FD23-416A-A5E2-1F928BC53340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5576194" y="3502299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8" name="Freeform 52">
              <a:extLst>
                <a:ext uri="{FF2B5EF4-FFF2-40B4-BE49-F238E27FC236}">
                  <a16:creationId xmlns:a16="http://schemas.microsoft.com/office/drawing/2014/main" id="{309EA988-6360-4EFE-A33C-EA25603B3AA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122548" y="3776020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9" name="Freeform 52">
              <a:extLst>
                <a:ext uri="{FF2B5EF4-FFF2-40B4-BE49-F238E27FC236}">
                  <a16:creationId xmlns:a16="http://schemas.microsoft.com/office/drawing/2014/main" id="{D68243A2-428D-4D56-9092-7672B2155EA8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1933630" y="2573762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Freeform 52">
              <a:extLst>
                <a:ext uri="{FF2B5EF4-FFF2-40B4-BE49-F238E27FC236}">
                  <a16:creationId xmlns:a16="http://schemas.microsoft.com/office/drawing/2014/main" id="{0DC28A6F-4C89-4F89-ABD8-6E8A1F36A0EA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143363" y="3135793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1" name="Freeform 52">
              <a:extLst>
                <a:ext uri="{FF2B5EF4-FFF2-40B4-BE49-F238E27FC236}">
                  <a16:creationId xmlns:a16="http://schemas.microsoft.com/office/drawing/2014/main" id="{8EAE8F2F-B496-4CB1-8EE6-B71CF815427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861980" y="2412363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2" name="Freeform 52">
              <a:extLst>
                <a:ext uri="{FF2B5EF4-FFF2-40B4-BE49-F238E27FC236}">
                  <a16:creationId xmlns:a16="http://schemas.microsoft.com/office/drawing/2014/main" id="{22FB213D-C38C-475D-85BC-56A06C3A079E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029662" y="2371850"/>
              <a:ext cx="54864" cy="54864"/>
            </a:xfrm>
            <a:custGeom>
              <a:avLst/>
              <a:gdLst>
                <a:gd name="T0" fmla="*/ 0 w 278"/>
                <a:gd name="T1" fmla="*/ 220 h 264"/>
                <a:gd name="T2" fmla="*/ 0 w 278"/>
                <a:gd name="T3" fmla="*/ 220 h 264"/>
                <a:gd name="T4" fmla="*/ 49 w 278"/>
                <a:gd name="T5" fmla="*/ 12 h 264"/>
                <a:gd name="T6" fmla="*/ 49 w 278"/>
                <a:gd name="T7" fmla="*/ 4 h 264"/>
                <a:gd name="T8" fmla="*/ 53 w 278"/>
                <a:gd name="T9" fmla="*/ 0 h 264"/>
                <a:gd name="T10" fmla="*/ 53 w 278"/>
                <a:gd name="T11" fmla="*/ 0 h 264"/>
                <a:gd name="T12" fmla="*/ 278 w 278"/>
                <a:gd name="T13" fmla="*/ 44 h 264"/>
                <a:gd name="T14" fmla="*/ 278 w 278"/>
                <a:gd name="T15" fmla="*/ 44 h 264"/>
                <a:gd name="T16" fmla="*/ 229 w 278"/>
                <a:gd name="T17" fmla="*/ 260 h 264"/>
                <a:gd name="T18" fmla="*/ 229 w 278"/>
                <a:gd name="T19" fmla="*/ 264 h 264"/>
                <a:gd name="T20" fmla="*/ 0 w 278"/>
                <a:gd name="T21" fmla="*/ 22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8" h="264">
                  <a:moveTo>
                    <a:pt x="0" y="220"/>
                  </a:moveTo>
                  <a:lnTo>
                    <a:pt x="0" y="220"/>
                  </a:lnTo>
                  <a:lnTo>
                    <a:pt x="49" y="12"/>
                  </a:lnTo>
                  <a:lnTo>
                    <a:pt x="49" y="4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278" y="44"/>
                  </a:lnTo>
                  <a:lnTo>
                    <a:pt x="278" y="44"/>
                  </a:lnTo>
                  <a:lnTo>
                    <a:pt x="229" y="260"/>
                  </a:lnTo>
                  <a:lnTo>
                    <a:pt x="229" y="264"/>
                  </a:lnTo>
                  <a:lnTo>
                    <a:pt x="0" y="220"/>
                  </a:lnTo>
                </a:path>
              </a:pathLst>
            </a:custGeom>
            <a:ln>
              <a:headEnd/>
              <a:tailE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3" name="椭圆 796">
            <a:extLst>
              <a:ext uri="{FF2B5EF4-FFF2-40B4-BE49-F238E27FC236}">
                <a16:creationId xmlns:a16="http://schemas.microsoft.com/office/drawing/2014/main" id="{57273A48-9318-47D3-9CD7-63F6D4F4B83B}"/>
              </a:ext>
            </a:extLst>
          </p:cNvPr>
          <p:cNvSpPr/>
          <p:nvPr/>
        </p:nvSpPr>
        <p:spPr>
          <a:xfrm>
            <a:off x="9545826" y="2111103"/>
            <a:ext cx="137160" cy="13716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4" name="椭圆 798">
            <a:extLst>
              <a:ext uri="{FF2B5EF4-FFF2-40B4-BE49-F238E27FC236}">
                <a16:creationId xmlns:a16="http://schemas.microsoft.com/office/drawing/2014/main" id="{7B923691-B610-444B-A4D8-0C183657AFF5}"/>
              </a:ext>
            </a:extLst>
          </p:cNvPr>
          <p:cNvSpPr/>
          <p:nvPr/>
        </p:nvSpPr>
        <p:spPr>
          <a:xfrm>
            <a:off x="9545826" y="2287725"/>
            <a:ext cx="137160" cy="137160"/>
          </a:xfrm>
          <a:prstGeom prst="ellipse">
            <a:avLst/>
          </a:prstGeom>
          <a:gradFill flip="none" rotWithShape="1">
            <a:gsLst>
              <a:gs pos="0">
                <a:srgbClr val="F49FBC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5" name="椭圆 800">
            <a:extLst>
              <a:ext uri="{FF2B5EF4-FFF2-40B4-BE49-F238E27FC236}">
                <a16:creationId xmlns:a16="http://schemas.microsoft.com/office/drawing/2014/main" id="{EC2E8175-085D-40E7-84F8-BC9CEF676683}"/>
              </a:ext>
            </a:extLst>
          </p:cNvPr>
          <p:cNvSpPr/>
          <p:nvPr/>
        </p:nvSpPr>
        <p:spPr>
          <a:xfrm>
            <a:off x="9545826" y="2464347"/>
            <a:ext cx="137160" cy="13716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6" name="椭圆 802">
            <a:extLst>
              <a:ext uri="{FF2B5EF4-FFF2-40B4-BE49-F238E27FC236}">
                <a16:creationId xmlns:a16="http://schemas.microsoft.com/office/drawing/2014/main" id="{205CA402-F929-49F3-BD2F-71AA5B35910C}"/>
              </a:ext>
            </a:extLst>
          </p:cNvPr>
          <p:cNvSpPr/>
          <p:nvPr/>
        </p:nvSpPr>
        <p:spPr>
          <a:xfrm>
            <a:off x="10174834" y="2096025"/>
            <a:ext cx="137160" cy="137160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/>
          </a:p>
        </p:txBody>
      </p:sp>
      <p:sp>
        <p:nvSpPr>
          <p:cNvPr id="77" name="椭圆 804">
            <a:extLst>
              <a:ext uri="{FF2B5EF4-FFF2-40B4-BE49-F238E27FC236}">
                <a16:creationId xmlns:a16="http://schemas.microsoft.com/office/drawing/2014/main" id="{F49C94B4-E783-4813-B18A-841E4D47D1B2}"/>
              </a:ext>
            </a:extLst>
          </p:cNvPr>
          <p:cNvSpPr/>
          <p:nvPr/>
        </p:nvSpPr>
        <p:spPr>
          <a:xfrm>
            <a:off x="10174834" y="2273202"/>
            <a:ext cx="137160" cy="137160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/>
          </a:p>
        </p:txBody>
      </p:sp>
      <p:sp>
        <p:nvSpPr>
          <p:cNvPr id="78" name="椭圆 806">
            <a:extLst>
              <a:ext uri="{FF2B5EF4-FFF2-40B4-BE49-F238E27FC236}">
                <a16:creationId xmlns:a16="http://schemas.microsoft.com/office/drawing/2014/main" id="{52D3C881-0C45-4AC8-9046-6384B0CD8B60}"/>
              </a:ext>
            </a:extLst>
          </p:cNvPr>
          <p:cNvSpPr/>
          <p:nvPr/>
        </p:nvSpPr>
        <p:spPr>
          <a:xfrm>
            <a:off x="10174834" y="2450379"/>
            <a:ext cx="137160" cy="137160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/>
          </a:p>
        </p:txBody>
      </p:sp>
      <p:sp>
        <p:nvSpPr>
          <p:cNvPr id="79" name="椭圆 808">
            <a:extLst>
              <a:ext uri="{FF2B5EF4-FFF2-40B4-BE49-F238E27FC236}">
                <a16:creationId xmlns:a16="http://schemas.microsoft.com/office/drawing/2014/main" id="{D1C97C15-F1A8-413F-B815-DBF250133A79}"/>
              </a:ext>
            </a:extLst>
          </p:cNvPr>
          <p:cNvSpPr/>
          <p:nvPr/>
        </p:nvSpPr>
        <p:spPr>
          <a:xfrm>
            <a:off x="9545826" y="2640969"/>
            <a:ext cx="137160" cy="137160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0" name="椭圆 810">
            <a:extLst>
              <a:ext uri="{FF2B5EF4-FFF2-40B4-BE49-F238E27FC236}">
                <a16:creationId xmlns:a16="http://schemas.microsoft.com/office/drawing/2014/main" id="{5D93CBC6-9AFC-4CD3-9C7E-841D6F5ABD47}"/>
              </a:ext>
            </a:extLst>
          </p:cNvPr>
          <p:cNvSpPr/>
          <p:nvPr/>
        </p:nvSpPr>
        <p:spPr>
          <a:xfrm>
            <a:off x="10174834" y="2627555"/>
            <a:ext cx="137160" cy="137160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/>
          </a:p>
        </p:txBody>
      </p:sp>
      <p:sp>
        <p:nvSpPr>
          <p:cNvPr id="81" name="矩形 814">
            <a:extLst>
              <a:ext uri="{FF2B5EF4-FFF2-40B4-BE49-F238E27FC236}">
                <a16:creationId xmlns:a16="http://schemas.microsoft.com/office/drawing/2014/main" id="{A207D59B-AB5E-49BE-9724-3287EFB0228A}"/>
              </a:ext>
            </a:extLst>
          </p:cNvPr>
          <p:cNvSpPr/>
          <p:nvPr/>
        </p:nvSpPr>
        <p:spPr>
          <a:xfrm>
            <a:off x="9685069" y="2036798"/>
            <a:ext cx="6476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bg2">
                    <a:lumMod val="25000"/>
                  </a:schemeClr>
                </a:solidFill>
                <a:ea typeface="Microsoft YaHei UI Light" panose="020B0502040204020203" pitchFamily="34" charset="-122"/>
              </a:rPr>
              <a:t>cos_1</a:t>
            </a:r>
            <a:endParaRPr lang="en-US" sz="1000" b="1" dirty="0"/>
          </a:p>
        </p:txBody>
      </p:sp>
      <p:sp>
        <p:nvSpPr>
          <p:cNvPr id="82" name="矩形 816">
            <a:extLst>
              <a:ext uri="{FF2B5EF4-FFF2-40B4-BE49-F238E27FC236}">
                <a16:creationId xmlns:a16="http://schemas.microsoft.com/office/drawing/2014/main" id="{F3DBB65A-DE48-495B-ABC1-781A2F00324E}"/>
              </a:ext>
            </a:extLst>
          </p:cNvPr>
          <p:cNvSpPr/>
          <p:nvPr/>
        </p:nvSpPr>
        <p:spPr>
          <a:xfrm>
            <a:off x="9680369" y="2226828"/>
            <a:ext cx="6476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bg2">
                    <a:lumMod val="25000"/>
                  </a:schemeClr>
                </a:solidFill>
                <a:ea typeface="Microsoft YaHei UI Light" panose="020B0502040204020203" pitchFamily="34" charset="-122"/>
              </a:rPr>
              <a:t>cos_2</a:t>
            </a:r>
            <a:endParaRPr lang="en-US" sz="1000" b="1" dirty="0"/>
          </a:p>
        </p:txBody>
      </p:sp>
      <p:sp>
        <p:nvSpPr>
          <p:cNvPr id="83" name="矩形 818">
            <a:extLst>
              <a:ext uri="{FF2B5EF4-FFF2-40B4-BE49-F238E27FC236}">
                <a16:creationId xmlns:a16="http://schemas.microsoft.com/office/drawing/2014/main" id="{789E7BF6-C78E-486E-B9DE-86BCAF1DAF76}"/>
              </a:ext>
            </a:extLst>
          </p:cNvPr>
          <p:cNvSpPr/>
          <p:nvPr/>
        </p:nvSpPr>
        <p:spPr>
          <a:xfrm>
            <a:off x="9676166" y="2392444"/>
            <a:ext cx="6476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bg2">
                    <a:lumMod val="25000"/>
                  </a:schemeClr>
                </a:solidFill>
                <a:ea typeface="Microsoft YaHei UI Light" panose="020B0502040204020203" pitchFamily="34" charset="-122"/>
              </a:rPr>
              <a:t>cos_3</a:t>
            </a:r>
            <a:endParaRPr lang="en-US" sz="1000" b="1" dirty="0"/>
          </a:p>
        </p:txBody>
      </p:sp>
      <p:sp>
        <p:nvSpPr>
          <p:cNvPr id="84" name="矩形 820">
            <a:extLst>
              <a:ext uri="{FF2B5EF4-FFF2-40B4-BE49-F238E27FC236}">
                <a16:creationId xmlns:a16="http://schemas.microsoft.com/office/drawing/2014/main" id="{01418A12-A61E-48C9-8A51-8C423208BC66}"/>
              </a:ext>
            </a:extLst>
          </p:cNvPr>
          <p:cNvSpPr/>
          <p:nvPr/>
        </p:nvSpPr>
        <p:spPr>
          <a:xfrm>
            <a:off x="10295396" y="2029512"/>
            <a:ext cx="6476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bg2">
                    <a:lumMod val="25000"/>
                  </a:schemeClr>
                </a:solidFill>
                <a:ea typeface="Microsoft YaHei UI Light" panose="020B0502040204020203" pitchFamily="34" charset="-122"/>
              </a:rPr>
              <a:t>sin_1</a:t>
            </a:r>
            <a:endParaRPr lang="en-US" sz="1000" b="1" dirty="0"/>
          </a:p>
        </p:txBody>
      </p:sp>
      <p:sp>
        <p:nvSpPr>
          <p:cNvPr id="85" name="矩形 822">
            <a:extLst>
              <a:ext uri="{FF2B5EF4-FFF2-40B4-BE49-F238E27FC236}">
                <a16:creationId xmlns:a16="http://schemas.microsoft.com/office/drawing/2014/main" id="{9B900796-4F27-4BA6-BA01-A3E2D6A57326}"/>
              </a:ext>
            </a:extLst>
          </p:cNvPr>
          <p:cNvSpPr/>
          <p:nvPr/>
        </p:nvSpPr>
        <p:spPr>
          <a:xfrm>
            <a:off x="10285005" y="2197775"/>
            <a:ext cx="6476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bg2">
                    <a:lumMod val="25000"/>
                  </a:schemeClr>
                </a:solidFill>
                <a:ea typeface="Microsoft YaHei UI Light" panose="020B0502040204020203" pitchFamily="34" charset="-122"/>
              </a:rPr>
              <a:t>sin_2</a:t>
            </a:r>
            <a:endParaRPr lang="en-US" sz="1000" b="1" dirty="0"/>
          </a:p>
        </p:txBody>
      </p:sp>
      <p:sp>
        <p:nvSpPr>
          <p:cNvPr id="86" name="矩形 824">
            <a:extLst>
              <a:ext uri="{FF2B5EF4-FFF2-40B4-BE49-F238E27FC236}">
                <a16:creationId xmlns:a16="http://schemas.microsoft.com/office/drawing/2014/main" id="{5AF59027-4A56-4399-AED5-397E13D2FA7E}"/>
              </a:ext>
            </a:extLst>
          </p:cNvPr>
          <p:cNvSpPr/>
          <p:nvPr/>
        </p:nvSpPr>
        <p:spPr>
          <a:xfrm>
            <a:off x="10286936" y="2386112"/>
            <a:ext cx="6476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bg2">
                    <a:lumMod val="25000"/>
                  </a:schemeClr>
                </a:solidFill>
                <a:ea typeface="Microsoft YaHei UI Light" panose="020B0502040204020203" pitchFamily="34" charset="-122"/>
              </a:rPr>
              <a:t>sin_3</a:t>
            </a:r>
            <a:endParaRPr lang="en-US" sz="1000" b="1" dirty="0"/>
          </a:p>
        </p:txBody>
      </p:sp>
      <p:sp>
        <p:nvSpPr>
          <p:cNvPr id="87" name="矩形 826">
            <a:extLst>
              <a:ext uri="{FF2B5EF4-FFF2-40B4-BE49-F238E27FC236}">
                <a16:creationId xmlns:a16="http://schemas.microsoft.com/office/drawing/2014/main" id="{95108ACA-4DE1-4302-81BA-067C32E3C48D}"/>
              </a:ext>
            </a:extLst>
          </p:cNvPr>
          <p:cNvSpPr/>
          <p:nvPr/>
        </p:nvSpPr>
        <p:spPr>
          <a:xfrm>
            <a:off x="9672059" y="2580554"/>
            <a:ext cx="64760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bg2">
                    <a:lumMod val="25000"/>
                  </a:schemeClr>
                </a:solidFill>
                <a:ea typeface="Microsoft YaHei UI Light" panose="020B0502040204020203" pitchFamily="34" charset="-122"/>
              </a:rPr>
              <a:t>linear</a:t>
            </a:r>
            <a:endParaRPr lang="en-US" sz="1000" b="1" dirty="0"/>
          </a:p>
        </p:txBody>
      </p:sp>
      <p:sp>
        <p:nvSpPr>
          <p:cNvPr id="88" name="矩形 828">
            <a:extLst>
              <a:ext uri="{FF2B5EF4-FFF2-40B4-BE49-F238E27FC236}">
                <a16:creationId xmlns:a16="http://schemas.microsoft.com/office/drawing/2014/main" id="{159B8CDD-641A-4A50-BCEA-97F10DCB699F}"/>
              </a:ext>
            </a:extLst>
          </p:cNvPr>
          <p:cNvSpPr/>
          <p:nvPr/>
        </p:nvSpPr>
        <p:spPr>
          <a:xfrm>
            <a:off x="10264420" y="2568885"/>
            <a:ext cx="94047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bg2">
                    <a:lumMod val="25000"/>
                  </a:schemeClr>
                </a:solidFill>
                <a:ea typeface="Microsoft YaHei UI Light" panose="020B0502040204020203" pitchFamily="34" charset="-122"/>
              </a:rPr>
              <a:t>constant</a:t>
            </a:r>
            <a:endParaRPr lang="en-US" sz="1000" b="1" dirty="0"/>
          </a:p>
        </p:txBody>
      </p:sp>
      <p:sp>
        <p:nvSpPr>
          <p:cNvPr id="89" name="左中括号 832">
            <a:extLst>
              <a:ext uri="{FF2B5EF4-FFF2-40B4-BE49-F238E27FC236}">
                <a16:creationId xmlns:a16="http://schemas.microsoft.com/office/drawing/2014/main" id="{67140F5D-33F5-4C10-8F29-8166C260B421}"/>
              </a:ext>
            </a:extLst>
          </p:cNvPr>
          <p:cNvSpPr/>
          <p:nvPr/>
        </p:nvSpPr>
        <p:spPr>
          <a:xfrm>
            <a:off x="9519424" y="2065997"/>
            <a:ext cx="189964" cy="755998"/>
          </a:xfrm>
          <a:prstGeom prst="leftBracket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矩形 833">
            <a:extLst>
              <a:ext uri="{FF2B5EF4-FFF2-40B4-BE49-F238E27FC236}">
                <a16:creationId xmlns:a16="http://schemas.microsoft.com/office/drawing/2014/main" id="{F6C6E521-31DA-4E54-9C29-D1D99A7C107D}"/>
              </a:ext>
            </a:extLst>
          </p:cNvPr>
          <p:cNvSpPr/>
          <p:nvPr/>
        </p:nvSpPr>
        <p:spPr>
          <a:xfrm>
            <a:off x="9022090" y="2273202"/>
            <a:ext cx="59101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bg2">
                    <a:lumMod val="25000"/>
                  </a:schemeClr>
                </a:solidFill>
                <a:ea typeface="Microsoft YaHei UI Light" panose="020B0502040204020203" pitchFamily="34" charset="-122"/>
              </a:rPr>
              <a:t>SUM</a:t>
            </a:r>
            <a:endParaRPr lang="en-US" sz="1200" b="1" dirty="0"/>
          </a:p>
        </p:txBody>
      </p:sp>
      <p:sp>
        <p:nvSpPr>
          <p:cNvPr id="91" name="任意多边形: 形状 160">
            <a:extLst>
              <a:ext uri="{FF2B5EF4-FFF2-40B4-BE49-F238E27FC236}">
                <a16:creationId xmlns:a16="http://schemas.microsoft.com/office/drawing/2014/main" id="{F7CB646C-8EF6-4022-BDC9-3C9FC2DFA4C7}"/>
              </a:ext>
            </a:extLst>
          </p:cNvPr>
          <p:cNvSpPr/>
          <p:nvPr/>
        </p:nvSpPr>
        <p:spPr>
          <a:xfrm>
            <a:off x="5936208" y="2758560"/>
            <a:ext cx="4625340" cy="1936623"/>
          </a:xfrm>
          <a:custGeom>
            <a:avLst/>
            <a:gdLst>
              <a:gd name="connsiteX0" fmla="*/ 0 w 4884420"/>
              <a:gd name="connsiteY0" fmla="*/ 1600200 h 1945724"/>
              <a:gd name="connsiteX1" fmla="*/ 373380 w 4884420"/>
              <a:gd name="connsiteY1" fmla="*/ 1699260 h 1945724"/>
              <a:gd name="connsiteX2" fmla="*/ 586740 w 4884420"/>
              <a:gd name="connsiteY2" fmla="*/ 1592580 h 1945724"/>
              <a:gd name="connsiteX3" fmla="*/ 1341120 w 4884420"/>
              <a:gd name="connsiteY3" fmla="*/ 0 h 1945724"/>
              <a:gd name="connsiteX4" fmla="*/ 2156460 w 4884420"/>
              <a:gd name="connsiteY4" fmla="*/ 1592580 h 1945724"/>
              <a:gd name="connsiteX5" fmla="*/ 2613660 w 4884420"/>
              <a:gd name="connsiteY5" fmla="*/ 1264920 h 1945724"/>
              <a:gd name="connsiteX6" fmla="*/ 3032760 w 4884420"/>
              <a:gd name="connsiteY6" fmla="*/ 236220 h 1945724"/>
              <a:gd name="connsiteX7" fmla="*/ 3291840 w 4884420"/>
              <a:gd name="connsiteY7" fmla="*/ 228600 h 1945724"/>
              <a:gd name="connsiteX8" fmla="*/ 3962400 w 4884420"/>
              <a:gd name="connsiteY8" fmla="*/ 1882140 h 1945724"/>
              <a:gd name="connsiteX9" fmla="*/ 4556760 w 4884420"/>
              <a:gd name="connsiteY9" fmla="*/ 1569720 h 1945724"/>
              <a:gd name="connsiteX10" fmla="*/ 4846320 w 4884420"/>
              <a:gd name="connsiteY10" fmla="*/ 1242060 h 1945724"/>
              <a:gd name="connsiteX11" fmla="*/ 4884420 w 4884420"/>
              <a:gd name="connsiteY11" fmla="*/ 1219200 h 1945724"/>
              <a:gd name="connsiteX0" fmla="*/ 0 w 4846320"/>
              <a:gd name="connsiteY0" fmla="*/ 1600200 h 1945724"/>
              <a:gd name="connsiteX1" fmla="*/ 373380 w 4846320"/>
              <a:gd name="connsiteY1" fmla="*/ 1699260 h 1945724"/>
              <a:gd name="connsiteX2" fmla="*/ 586740 w 4846320"/>
              <a:gd name="connsiteY2" fmla="*/ 1592580 h 1945724"/>
              <a:gd name="connsiteX3" fmla="*/ 1341120 w 4846320"/>
              <a:gd name="connsiteY3" fmla="*/ 0 h 1945724"/>
              <a:gd name="connsiteX4" fmla="*/ 2156460 w 4846320"/>
              <a:gd name="connsiteY4" fmla="*/ 1592580 h 1945724"/>
              <a:gd name="connsiteX5" fmla="*/ 2613660 w 4846320"/>
              <a:gd name="connsiteY5" fmla="*/ 1264920 h 1945724"/>
              <a:gd name="connsiteX6" fmla="*/ 3032760 w 4846320"/>
              <a:gd name="connsiteY6" fmla="*/ 236220 h 1945724"/>
              <a:gd name="connsiteX7" fmla="*/ 3291840 w 4846320"/>
              <a:gd name="connsiteY7" fmla="*/ 228600 h 1945724"/>
              <a:gd name="connsiteX8" fmla="*/ 3962400 w 4846320"/>
              <a:gd name="connsiteY8" fmla="*/ 1882140 h 1945724"/>
              <a:gd name="connsiteX9" fmla="*/ 4556760 w 4846320"/>
              <a:gd name="connsiteY9" fmla="*/ 1569720 h 1945724"/>
              <a:gd name="connsiteX10" fmla="*/ 4846320 w 4846320"/>
              <a:gd name="connsiteY10" fmla="*/ 1242060 h 1945724"/>
              <a:gd name="connsiteX0" fmla="*/ 0 w 4556760"/>
              <a:gd name="connsiteY0" fmla="*/ 1600200 h 1945724"/>
              <a:gd name="connsiteX1" fmla="*/ 373380 w 4556760"/>
              <a:gd name="connsiteY1" fmla="*/ 1699260 h 1945724"/>
              <a:gd name="connsiteX2" fmla="*/ 586740 w 4556760"/>
              <a:gd name="connsiteY2" fmla="*/ 1592580 h 1945724"/>
              <a:gd name="connsiteX3" fmla="*/ 1341120 w 4556760"/>
              <a:gd name="connsiteY3" fmla="*/ 0 h 1945724"/>
              <a:gd name="connsiteX4" fmla="*/ 2156460 w 4556760"/>
              <a:gd name="connsiteY4" fmla="*/ 1592580 h 1945724"/>
              <a:gd name="connsiteX5" fmla="*/ 2613660 w 4556760"/>
              <a:gd name="connsiteY5" fmla="*/ 1264920 h 1945724"/>
              <a:gd name="connsiteX6" fmla="*/ 3032760 w 4556760"/>
              <a:gd name="connsiteY6" fmla="*/ 236220 h 1945724"/>
              <a:gd name="connsiteX7" fmla="*/ 3291840 w 4556760"/>
              <a:gd name="connsiteY7" fmla="*/ 228600 h 1945724"/>
              <a:gd name="connsiteX8" fmla="*/ 3962400 w 4556760"/>
              <a:gd name="connsiteY8" fmla="*/ 1882140 h 1945724"/>
              <a:gd name="connsiteX9" fmla="*/ 4556760 w 4556760"/>
              <a:gd name="connsiteY9" fmla="*/ 1569720 h 1945724"/>
              <a:gd name="connsiteX0" fmla="*/ 0 w 4907280"/>
              <a:gd name="connsiteY0" fmla="*/ 1600200 h 1909384"/>
              <a:gd name="connsiteX1" fmla="*/ 373380 w 4907280"/>
              <a:gd name="connsiteY1" fmla="*/ 1699260 h 1909384"/>
              <a:gd name="connsiteX2" fmla="*/ 586740 w 4907280"/>
              <a:gd name="connsiteY2" fmla="*/ 1592580 h 1909384"/>
              <a:gd name="connsiteX3" fmla="*/ 1341120 w 4907280"/>
              <a:gd name="connsiteY3" fmla="*/ 0 h 1909384"/>
              <a:gd name="connsiteX4" fmla="*/ 2156460 w 4907280"/>
              <a:gd name="connsiteY4" fmla="*/ 1592580 h 1909384"/>
              <a:gd name="connsiteX5" fmla="*/ 2613660 w 4907280"/>
              <a:gd name="connsiteY5" fmla="*/ 1264920 h 1909384"/>
              <a:gd name="connsiteX6" fmla="*/ 3032760 w 4907280"/>
              <a:gd name="connsiteY6" fmla="*/ 236220 h 1909384"/>
              <a:gd name="connsiteX7" fmla="*/ 3291840 w 4907280"/>
              <a:gd name="connsiteY7" fmla="*/ 228600 h 1909384"/>
              <a:gd name="connsiteX8" fmla="*/ 3962400 w 4907280"/>
              <a:gd name="connsiteY8" fmla="*/ 1882140 h 1909384"/>
              <a:gd name="connsiteX9" fmla="*/ 4907280 w 4907280"/>
              <a:gd name="connsiteY9" fmla="*/ 1257300 h 1909384"/>
              <a:gd name="connsiteX0" fmla="*/ 0 w 4953000"/>
              <a:gd name="connsiteY0" fmla="*/ 1600200 h 1906055"/>
              <a:gd name="connsiteX1" fmla="*/ 373380 w 4953000"/>
              <a:gd name="connsiteY1" fmla="*/ 1699260 h 1906055"/>
              <a:gd name="connsiteX2" fmla="*/ 586740 w 4953000"/>
              <a:gd name="connsiteY2" fmla="*/ 1592580 h 1906055"/>
              <a:gd name="connsiteX3" fmla="*/ 1341120 w 4953000"/>
              <a:gd name="connsiteY3" fmla="*/ 0 h 1906055"/>
              <a:gd name="connsiteX4" fmla="*/ 2156460 w 4953000"/>
              <a:gd name="connsiteY4" fmla="*/ 1592580 h 1906055"/>
              <a:gd name="connsiteX5" fmla="*/ 2613660 w 4953000"/>
              <a:gd name="connsiteY5" fmla="*/ 1264920 h 1906055"/>
              <a:gd name="connsiteX6" fmla="*/ 3032760 w 4953000"/>
              <a:gd name="connsiteY6" fmla="*/ 236220 h 1906055"/>
              <a:gd name="connsiteX7" fmla="*/ 3291840 w 4953000"/>
              <a:gd name="connsiteY7" fmla="*/ 228600 h 1906055"/>
              <a:gd name="connsiteX8" fmla="*/ 3962400 w 4953000"/>
              <a:gd name="connsiteY8" fmla="*/ 1882140 h 1906055"/>
              <a:gd name="connsiteX9" fmla="*/ 4953000 w 4953000"/>
              <a:gd name="connsiteY9" fmla="*/ 1211580 h 1906055"/>
              <a:gd name="connsiteX0" fmla="*/ 0 w 4953000"/>
              <a:gd name="connsiteY0" fmla="*/ 1600200 h 1906693"/>
              <a:gd name="connsiteX1" fmla="*/ 373380 w 4953000"/>
              <a:gd name="connsiteY1" fmla="*/ 1699260 h 1906693"/>
              <a:gd name="connsiteX2" fmla="*/ 586740 w 4953000"/>
              <a:gd name="connsiteY2" fmla="*/ 1592580 h 1906693"/>
              <a:gd name="connsiteX3" fmla="*/ 1341120 w 4953000"/>
              <a:gd name="connsiteY3" fmla="*/ 0 h 1906693"/>
              <a:gd name="connsiteX4" fmla="*/ 2156460 w 4953000"/>
              <a:gd name="connsiteY4" fmla="*/ 1592580 h 1906693"/>
              <a:gd name="connsiteX5" fmla="*/ 2613660 w 4953000"/>
              <a:gd name="connsiteY5" fmla="*/ 1264920 h 1906693"/>
              <a:gd name="connsiteX6" fmla="*/ 3032760 w 4953000"/>
              <a:gd name="connsiteY6" fmla="*/ 236220 h 1906693"/>
              <a:gd name="connsiteX7" fmla="*/ 3291840 w 4953000"/>
              <a:gd name="connsiteY7" fmla="*/ 228600 h 1906693"/>
              <a:gd name="connsiteX8" fmla="*/ 3962400 w 4953000"/>
              <a:gd name="connsiteY8" fmla="*/ 1882140 h 1906693"/>
              <a:gd name="connsiteX9" fmla="*/ 4953000 w 4953000"/>
              <a:gd name="connsiteY9" fmla="*/ 1211580 h 1906693"/>
              <a:gd name="connsiteX0" fmla="*/ 0 w 4953000"/>
              <a:gd name="connsiteY0" fmla="*/ 1600200 h 1973390"/>
              <a:gd name="connsiteX1" fmla="*/ 373380 w 4953000"/>
              <a:gd name="connsiteY1" fmla="*/ 1699260 h 1973390"/>
              <a:gd name="connsiteX2" fmla="*/ 586740 w 4953000"/>
              <a:gd name="connsiteY2" fmla="*/ 1592580 h 1973390"/>
              <a:gd name="connsiteX3" fmla="*/ 1341120 w 4953000"/>
              <a:gd name="connsiteY3" fmla="*/ 0 h 1973390"/>
              <a:gd name="connsiteX4" fmla="*/ 2156460 w 4953000"/>
              <a:gd name="connsiteY4" fmla="*/ 1592580 h 1973390"/>
              <a:gd name="connsiteX5" fmla="*/ 2613660 w 4953000"/>
              <a:gd name="connsiteY5" fmla="*/ 1264920 h 1973390"/>
              <a:gd name="connsiteX6" fmla="*/ 3032760 w 4953000"/>
              <a:gd name="connsiteY6" fmla="*/ 236220 h 1973390"/>
              <a:gd name="connsiteX7" fmla="*/ 3291840 w 4953000"/>
              <a:gd name="connsiteY7" fmla="*/ 228600 h 1973390"/>
              <a:gd name="connsiteX8" fmla="*/ 4107180 w 4953000"/>
              <a:gd name="connsiteY8" fmla="*/ 1950720 h 1973390"/>
              <a:gd name="connsiteX9" fmla="*/ 4953000 w 4953000"/>
              <a:gd name="connsiteY9" fmla="*/ 1211580 h 1973390"/>
              <a:gd name="connsiteX0" fmla="*/ 0 w 4953000"/>
              <a:gd name="connsiteY0" fmla="*/ 1600200 h 1950905"/>
              <a:gd name="connsiteX1" fmla="*/ 373380 w 4953000"/>
              <a:gd name="connsiteY1" fmla="*/ 1699260 h 1950905"/>
              <a:gd name="connsiteX2" fmla="*/ 586740 w 4953000"/>
              <a:gd name="connsiteY2" fmla="*/ 1592580 h 1950905"/>
              <a:gd name="connsiteX3" fmla="*/ 1341120 w 4953000"/>
              <a:gd name="connsiteY3" fmla="*/ 0 h 1950905"/>
              <a:gd name="connsiteX4" fmla="*/ 2156460 w 4953000"/>
              <a:gd name="connsiteY4" fmla="*/ 1592580 h 1950905"/>
              <a:gd name="connsiteX5" fmla="*/ 2613660 w 4953000"/>
              <a:gd name="connsiteY5" fmla="*/ 1264920 h 1950905"/>
              <a:gd name="connsiteX6" fmla="*/ 3032760 w 4953000"/>
              <a:gd name="connsiteY6" fmla="*/ 236220 h 1950905"/>
              <a:gd name="connsiteX7" fmla="*/ 3291840 w 4953000"/>
              <a:gd name="connsiteY7" fmla="*/ 228600 h 1950905"/>
              <a:gd name="connsiteX8" fmla="*/ 4107180 w 4953000"/>
              <a:gd name="connsiteY8" fmla="*/ 1950720 h 1950905"/>
              <a:gd name="connsiteX9" fmla="*/ 4953000 w 4953000"/>
              <a:gd name="connsiteY9" fmla="*/ 1211580 h 1950905"/>
              <a:gd name="connsiteX0" fmla="*/ 0 w 4953000"/>
              <a:gd name="connsiteY0" fmla="*/ 1600200 h 1952654"/>
              <a:gd name="connsiteX1" fmla="*/ 373380 w 4953000"/>
              <a:gd name="connsiteY1" fmla="*/ 1699260 h 1952654"/>
              <a:gd name="connsiteX2" fmla="*/ 586740 w 4953000"/>
              <a:gd name="connsiteY2" fmla="*/ 1592580 h 1952654"/>
              <a:gd name="connsiteX3" fmla="*/ 1341120 w 4953000"/>
              <a:gd name="connsiteY3" fmla="*/ 0 h 1952654"/>
              <a:gd name="connsiteX4" fmla="*/ 2156460 w 4953000"/>
              <a:gd name="connsiteY4" fmla="*/ 1592580 h 1952654"/>
              <a:gd name="connsiteX5" fmla="*/ 2613660 w 4953000"/>
              <a:gd name="connsiteY5" fmla="*/ 1264920 h 1952654"/>
              <a:gd name="connsiteX6" fmla="*/ 3032760 w 4953000"/>
              <a:gd name="connsiteY6" fmla="*/ 236220 h 1952654"/>
              <a:gd name="connsiteX7" fmla="*/ 3291840 w 4953000"/>
              <a:gd name="connsiteY7" fmla="*/ 228600 h 1952654"/>
              <a:gd name="connsiteX8" fmla="*/ 4107180 w 4953000"/>
              <a:gd name="connsiteY8" fmla="*/ 1950720 h 1952654"/>
              <a:gd name="connsiteX9" fmla="*/ 4953000 w 4953000"/>
              <a:gd name="connsiteY9" fmla="*/ 1211580 h 1952654"/>
              <a:gd name="connsiteX0" fmla="*/ 0 w 4953000"/>
              <a:gd name="connsiteY0" fmla="*/ 1600200 h 1975451"/>
              <a:gd name="connsiteX1" fmla="*/ 373380 w 4953000"/>
              <a:gd name="connsiteY1" fmla="*/ 1699260 h 1975451"/>
              <a:gd name="connsiteX2" fmla="*/ 586740 w 4953000"/>
              <a:gd name="connsiteY2" fmla="*/ 1592580 h 1975451"/>
              <a:gd name="connsiteX3" fmla="*/ 1341120 w 4953000"/>
              <a:gd name="connsiteY3" fmla="*/ 0 h 1975451"/>
              <a:gd name="connsiteX4" fmla="*/ 2156460 w 4953000"/>
              <a:gd name="connsiteY4" fmla="*/ 1592580 h 1975451"/>
              <a:gd name="connsiteX5" fmla="*/ 2613660 w 4953000"/>
              <a:gd name="connsiteY5" fmla="*/ 1264920 h 1975451"/>
              <a:gd name="connsiteX6" fmla="*/ 3032760 w 4953000"/>
              <a:gd name="connsiteY6" fmla="*/ 236220 h 1975451"/>
              <a:gd name="connsiteX7" fmla="*/ 3291840 w 4953000"/>
              <a:gd name="connsiteY7" fmla="*/ 228600 h 1975451"/>
              <a:gd name="connsiteX8" fmla="*/ 4160520 w 4953000"/>
              <a:gd name="connsiteY8" fmla="*/ 1973580 h 1975451"/>
              <a:gd name="connsiteX9" fmla="*/ 4953000 w 4953000"/>
              <a:gd name="connsiteY9" fmla="*/ 1211580 h 1975451"/>
              <a:gd name="connsiteX0" fmla="*/ 0 w 4953000"/>
              <a:gd name="connsiteY0" fmla="*/ 1600200 h 1973587"/>
              <a:gd name="connsiteX1" fmla="*/ 373380 w 4953000"/>
              <a:gd name="connsiteY1" fmla="*/ 1699260 h 1973587"/>
              <a:gd name="connsiteX2" fmla="*/ 586740 w 4953000"/>
              <a:gd name="connsiteY2" fmla="*/ 1592580 h 1973587"/>
              <a:gd name="connsiteX3" fmla="*/ 1341120 w 4953000"/>
              <a:gd name="connsiteY3" fmla="*/ 0 h 1973587"/>
              <a:gd name="connsiteX4" fmla="*/ 2156460 w 4953000"/>
              <a:gd name="connsiteY4" fmla="*/ 1592580 h 1973587"/>
              <a:gd name="connsiteX5" fmla="*/ 2613660 w 4953000"/>
              <a:gd name="connsiteY5" fmla="*/ 1264920 h 1973587"/>
              <a:gd name="connsiteX6" fmla="*/ 3032760 w 4953000"/>
              <a:gd name="connsiteY6" fmla="*/ 236220 h 1973587"/>
              <a:gd name="connsiteX7" fmla="*/ 3291840 w 4953000"/>
              <a:gd name="connsiteY7" fmla="*/ 228600 h 1973587"/>
              <a:gd name="connsiteX8" fmla="*/ 4160520 w 4953000"/>
              <a:gd name="connsiteY8" fmla="*/ 1973580 h 1973587"/>
              <a:gd name="connsiteX9" fmla="*/ 4953000 w 4953000"/>
              <a:gd name="connsiteY9" fmla="*/ 1211580 h 1973587"/>
              <a:gd name="connsiteX0" fmla="*/ 0 w 4953000"/>
              <a:gd name="connsiteY0" fmla="*/ 1600200 h 1973587"/>
              <a:gd name="connsiteX1" fmla="*/ 373380 w 4953000"/>
              <a:gd name="connsiteY1" fmla="*/ 1699260 h 1973587"/>
              <a:gd name="connsiteX2" fmla="*/ 586740 w 4953000"/>
              <a:gd name="connsiteY2" fmla="*/ 1592580 h 1973587"/>
              <a:gd name="connsiteX3" fmla="*/ 1341120 w 4953000"/>
              <a:gd name="connsiteY3" fmla="*/ 0 h 1973587"/>
              <a:gd name="connsiteX4" fmla="*/ 2156460 w 4953000"/>
              <a:gd name="connsiteY4" fmla="*/ 1592580 h 1973587"/>
              <a:gd name="connsiteX5" fmla="*/ 2613660 w 4953000"/>
              <a:gd name="connsiteY5" fmla="*/ 1264920 h 1973587"/>
              <a:gd name="connsiteX6" fmla="*/ 2979420 w 4953000"/>
              <a:gd name="connsiteY6" fmla="*/ 190500 h 1973587"/>
              <a:gd name="connsiteX7" fmla="*/ 3291840 w 4953000"/>
              <a:gd name="connsiteY7" fmla="*/ 228600 h 1973587"/>
              <a:gd name="connsiteX8" fmla="*/ 4160520 w 4953000"/>
              <a:gd name="connsiteY8" fmla="*/ 1973580 h 1973587"/>
              <a:gd name="connsiteX9" fmla="*/ 4953000 w 4953000"/>
              <a:gd name="connsiteY9" fmla="*/ 1211580 h 1973587"/>
              <a:gd name="connsiteX0" fmla="*/ 0 w 4953000"/>
              <a:gd name="connsiteY0" fmla="*/ 1601464 h 1974851"/>
              <a:gd name="connsiteX1" fmla="*/ 373380 w 4953000"/>
              <a:gd name="connsiteY1" fmla="*/ 1700524 h 1974851"/>
              <a:gd name="connsiteX2" fmla="*/ 586740 w 4953000"/>
              <a:gd name="connsiteY2" fmla="*/ 1593844 h 1974851"/>
              <a:gd name="connsiteX3" fmla="*/ 1341120 w 4953000"/>
              <a:gd name="connsiteY3" fmla="*/ 1264 h 1974851"/>
              <a:gd name="connsiteX4" fmla="*/ 2156460 w 4953000"/>
              <a:gd name="connsiteY4" fmla="*/ 1593844 h 1974851"/>
              <a:gd name="connsiteX5" fmla="*/ 2613660 w 4953000"/>
              <a:gd name="connsiteY5" fmla="*/ 1266184 h 1974851"/>
              <a:gd name="connsiteX6" fmla="*/ 2979420 w 4953000"/>
              <a:gd name="connsiteY6" fmla="*/ 191764 h 1974851"/>
              <a:gd name="connsiteX7" fmla="*/ 3291840 w 4953000"/>
              <a:gd name="connsiteY7" fmla="*/ 229864 h 1974851"/>
              <a:gd name="connsiteX8" fmla="*/ 4160520 w 4953000"/>
              <a:gd name="connsiteY8" fmla="*/ 1974844 h 1974851"/>
              <a:gd name="connsiteX9" fmla="*/ 4953000 w 4953000"/>
              <a:gd name="connsiteY9" fmla="*/ 1212844 h 1974851"/>
              <a:gd name="connsiteX0" fmla="*/ 0 w 4953000"/>
              <a:gd name="connsiteY0" fmla="*/ 1601464 h 1974851"/>
              <a:gd name="connsiteX1" fmla="*/ 419100 w 4953000"/>
              <a:gd name="connsiteY1" fmla="*/ 1875784 h 1974851"/>
              <a:gd name="connsiteX2" fmla="*/ 586740 w 4953000"/>
              <a:gd name="connsiteY2" fmla="*/ 1593844 h 1974851"/>
              <a:gd name="connsiteX3" fmla="*/ 1341120 w 4953000"/>
              <a:gd name="connsiteY3" fmla="*/ 1264 h 1974851"/>
              <a:gd name="connsiteX4" fmla="*/ 2156460 w 4953000"/>
              <a:gd name="connsiteY4" fmla="*/ 1593844 h 1974851"/>
              <a:gd name="connsiteX5" fmla="*/ 2613660 w 4953000"/>
              <a:gd name="connsiteY5" fmla="*/ 1266184 h 1974851"/>
              <a:gd name="connsiteX6" fmla="*/ 2979420 w 4953000"/>
              <a:gd name="connsiteY6" fmla="*/ 191764 h 1974851"/>
              <a:gd name="connsiteX7" fmla="*/ 3291840 w 4953000"/>
              <a:gd name="connsiteY7" fmla="*/ 229864 h 1974851"/>
              <a:gd name="connsiteX8" fmla="*/ 4160520 w 4953000"/>
              <a:gd name="connsiteY8" fmla="*/ 1974844 h 1974851"/>
              <a:gd name="connsiteX9" fmla="*/ 4953000 w 4953000"/>
              <a:gd name="connsiteY9" fmla="*/ 1212844 h 1974851"/>
              <a:gd name="connsiteX0" fmla="*/ 0 w 4884420"/>
              <a:gd name="connsiteY0" fmla="*/ 1570984 h 1974851"/>
              <a:gd name="connsiteX1" fmla="*/ 350520 w 4884420"/>
              <a:gd name="connsiteY1" fmla="*/ 1875784 h 1974851"/>
              <a:gd name="connsiteX2" fmla="*/ 518160 w 4884420"/>
              <a:gd name="connsiteY2" fmla="*/ 1593844 h 1974851"/>
              <a:gd name="connsiteX3" fmla="*/ 1272540 w 4884420"/>
              <a:gd name="connsiteY3" fmla="*/ 1264 h 1974851"/>
              <a:gd name="connsiteX4" fmla="*/ 2087880 w 4884420"/>
              <a:gd name="connsiteY4" fmla="*/ 1593844 h 1974851"/>
              <a:gd name="connsiteX5" fmla="*/ 2545080 w 4884420"/>
              <a:gd name="connsiteY5" fmla="*/ 1266184 h 1974851"/>
              <a:gd name="connsiteX6" fmla="*/ 2910840 w 4884420"/>
              <a:gd name="connsiteY6" fmla="*/ 191764 h 1974851"/>
              <a:gd name="connsiteX7" fmla="*/ 3223260 w 4884420"/>
              <a:gd name="connsiteY7" fmla="*/ 229864 h 1974851"/>
              <a:gd name="connsiteX8" fmla="*/ 4091940 w 4884420"/>
              <a:gd name="connsiteY8" fmla="*/ 1974844 h 1974851"/>
              <a:gd name="connsiteX9" fmla="*/ 4884420 w 4884420"/>
              <a:gd name="connsiteY9" fmla="*/ 1212844 h 1974851"/>
              <a:gd name="connsiteX0" fmla="*/ 0 w 4892040"/>
              <a:gd name="connsiteY0" fmla="*/ 1769104 h 1974851"/>
              <a:gd name="connsiteX1" fmla="*/ 358140 w 4892040"/>
              <a:gd name="connsiteY1" fmla="*/ 1875784 h 1974851"/>
              <a:gd name="connsiteX2" fmla="*/ 525780 w 4892040"/>
              <a:gd name="connsiteY2" fmla="*/ 1593844 h 1974851"/>
              <a:gd name="connsiteX3" fmla="*/ 1280160 w 4892040"/>
              <a:gd name="connsiteY3" fmla="*/ 1264 h 1974851"/>
              <a:gd name="connsiteX4" fmla="*/ 2095500 w 4892040"/>
              <a:gd name="connsiteY4" fmla="*/ 1593844 h 1974851"/>
              <a:gd name="connsiteX5" fmla="*/ 2552700 w 4892040"/>
              <a:gd name="connsiteY5" fmla="*/ 1266184 h 1974851"/>
              <a:gd name="connsiteX6" fmla="*/ 2918460 w 4892040"/>
              <a:gd name="connsiteY6" fmla="*/ 191764 h 1974851"/>
              <a:gd name="connsiteX7" fmla="*/ 3230880 w 4892040"/>
              <a:gd name="connsiteY7" fmla="*/ 229864 h 1974851"/>
              <a:gd name="connsiteX8" fmla="*/ 4099560 w 4892040"/>
              <a:gd name="connsiteY8" fmla="*/ 1974844 h 1974851"/>
              <a:gd name="connsiteX9" fmla="*/ 4892040 w 4892040"/>
              <a:gd name="connsiteY9" fmla="*/ 1212844 h 1974851"/>
              <a:gd name="connsiteX0" fmla="*/ 0 w 4892040"/>
              <a:gd name="connsiteY0" fmla="*/ 1767840 h 1990941"/>
              <a:gd name="connsiteX1" fmla="*/ 358140 w 4892040"/>
              <a:gd name="connsiteY1" fmla="*/ 1874520 h 1990941"/>
              <a:gd name="connsiteX2" fmla="*/ 525780 w 4892040"/>
              <a:gd name="connsiteY2" fmla="*/ 1592580 h 1990941"/>
              <a:gd name="connsiteX3" fmla="*/ 1280160 w 4892040"/>
              <a:gd name="connsiteY3" fmla="*/ 0 h 1990941"/>
              <a:gd name="connsiteX4" fmla="*/ 2095500 w 4892040"/>
              <a:gd name="connsiteY4" fmla="*/ 1592580 h 1990941"/>
              <a:gd name="connsiteX5" fmla="*/ 2552700 w 4892040"/>
              <a:gd name="connsiteY5" fmla="*/ 1264920 h 1990941"/>
              <a:gd name="connsiteX6" fmla="*/ 2918460 w 4892040"/>
              <a:gd name="connsiteY6" fmla="*/ 190500 h 1990941"/>
              <a:gd name="connsiteX7" fmla="*/ 3246120 w 4892040"/>
              <a:gd name="connsiteY7" fmla="*/ 358140 h 1990941"/>
              <a:gd name="connsiteX8" fmla="*/ 4099560 w 4892040"/>
              <a:gd name="connsiteY8" fmla="*/ 1973580 h 1990941"/>
              <a:gd name="connsiteX9" fmla="*/ 4892040 w 4892040"/>
              <a:gd name="connsiteY9" fmla="*/ 1211580 h 1990941"/>
              <a:gd name="connsiteX0" fmla="*/ 0 w 4892040"/>
              <a:gd name="connsiteY0" fmla="*/ 1767840 h 1990941"/>
              <a:gd name="connsiteX1" fmla="*/ 358140 w 4892040"/>
              <a:gd name="connsiteY1" fmla="*/ 1874520 h 1990941"/>
              <a:gd name="connsiteX2" fmla="*/ 525780 w 4892040"/>
              <a:gd name="connsiteY2" fmla="*/ 1592580 h 1990941"/>
              <a:gd name="connsiteX3" fmla="*/ 1280160 w 4892040"/>
              <a:gd name="connsiteY3" fmla="*/ 0 h 1990941"/>
              <a:gd name="connsiteX4" fmla="*/ 2095500 w 4892040"/>
              <a:gd name="connsiteY4" fmla="*/ 1592580 h 1990941"/>
              <a:gd name="connsiteX5" fmla="*/ 2552700 w 4892040"/>
              <a:gd name="connsiteY5" fmla="*/ 1264920 h 1990941"/>
              <a:gd name="connsiteX6" fmla="*/ 2926080 w 4892040"/>
              <a:gd name="connsiteY6" fmla="*/ 327660 h 1990941"/>
              <a:gd name="connsiteX7" fmla="*/ 3246120 w 4892040"/>
              <a:gd name="connsiteY7" fmla="*/ 358140 h 1990941"/>
              <a:gd name="connsiteX8" fmla="*/ 4099560 w 4892040"/>
              <a:gd name="connsiteY8" fmla="*/ 1973580 h 1990941"/>
              <a:gd name="connsiteX9" fmla="*/ 4892040 w 4892040"/>
              <a:gd name="connsiteY9" fmla="*/ 1211580 h 1990941"/>
              <a:gd name="connsiteX0" fmla="*/ 0 w 4892040"/>
              <a:gd name="connsiteY0" fmla="*/ 1767840 h 1990941"/>
              <a:gd name="connsiteX1" fmla="*/ 358140 w 4892040"/>
              <a:gd name="connsiteY1" fmla="*/ 1874520 h 1990941"/>
              <a:gd name="connsiteX2" fmla="*/ 525780 w 4892040"/>
              <a:gd name="connsiteY2" fmla="*/ 1592580 h 1990941"/>
              <a:gd name="connsiteX3" fmla="*/ 1280160 w 4892040"/>
              <a:gd name="connsiteY3" fmla="*/ 0 h 1990941"/>
              <a:gd name="connsiteX4" fmla="*/ 2095500 w 4892040"/>
              <a:gd name="connsiteY4" fmla="*/ 1592580 h 1990941"/>
              <a:gd name="connsiteX5" fmla="*/ 2552700 w 4892040"/>
              <a:gd name="connsiteY5" fmla="*/ 1264920 h 1990941"/>
              <a:gd name="connsiteX6" fmla="*/ 2849880 w 4892040"/>
              <a:gd name="connsiteY6" fmla="*/ 320040 h 1990941"/>
              <a:gd name="connsiteX7" fmla="*/ 3246120 w 4892040"/>
              <a:gd name="connsiteY7" fmla="*/ 358140 h 1990941"/>
              <a:gd name="connsiteX8" fmla="*/ 4099560 w 4892040"/>
              <a:gd name="connsiteY8" fmla="*/ 1973580 h 1990941"/>
              <a:gd name="connsiteX9" fmla="*/ 4892040 w 4892040"/>
              <a:gd name="connsiteY9" fmla="*/ 1211580 h 1990941"/>
              <a:gd name="connsiteX0" fmla="*/ 0 w 4892040"/>
              <a:gd name="connsiteY0" fmla="*/ 1767840 h 1990941"/>
              <a:gd name="connsiteX1" fmla="*/ 358140 w 4892040"/>
              <a:gd name="connsiteY1" fmla="*/ 1874520 h 1990941"/>
              <a:gd name="connsiteX2" fmla="*/ 525780 w 4892040"/>
              <a:gd name="connsiteY2" fmla="*/ 1592580 h 1990941"/>
              <a:gd name="connsiteX3" fmla="*/ 1280160 w 4892040"/>
              <a:gd name="connsiteY3" fmla="*/ 0 h 1990941"/>
              <a:gd name="connsiteX4" fmla="*/ 2095500 w 4892040"/>
              <a:gd name="connsiteY4" fmla="*/ 1592580 h 1990941"/>
              <a:gd name="connsiteX5" fmla="*/ 2552700 w 4892040"/>
              <a:gd name="connsiteY5" fmla="*/ 1264920 h 1990941"/>
              <a:gd name="connsiteX6" fmla="*/ 2849880 w 4892040"/>
              <a:gd name="connsiteY6" fmla="*/ 320040 h 1990941"/>
              <a:gd name="connsiteX7" fmla="*/ 3162300 w 4892040"/>
              <a:gd name="connsiteY7" fmla="*/ 358140 h 1990941"/>
              <a:gd name="connsiteX8" fmla="*/ 4099560 w 4892040"/>
              <a:gd name="connsiteY8" fmla="*/ 1973580 h 1990941"/>
              <a:gd name="connsiteX9" fmla="*/ 4892040 w 4892040"/>
              <a:gd name="connsiteY9" fmla="*/ 1211580 h 1990941"/>
              <a:gd name="connsiteX0" fmla="*/ 0 w 4892040"/>
              <a:gd name="connsiteY0" fmla="*/ 1767840 h 1901515"/>
              <a:gd name="connsiteX1" fmla="*/ 358140 w 4892040"/>
              <a:gd name="connsiteY1" fmla="*/ 1874520 h 1901515"/>
              <a:gd name="connsiteX2" fmla="*/ 525780 w 4892040"/>
              <a:gd name="connsiteY2" fmla="*/ 1592580 h 1901515"/>
              <a:gd name="connsiteX3" fmla="*/ 1280160 w 4892040"/>
              <a:gd name="connsiteY3" fmla="*/ 0 h 1901515"/>
              <a:gd name="connsiteX4" fmla="*/ 2095500 w 4892040"/>
              <a:gd name="connsiteY4" fmla="*/ 1592580 h 1901515"/>
              <a:gd name="connsiteX5" fmla="*/ 2552700 w 4892040"/>
              <a:gd name="connsiteY5" fmla="*/ 1264920 h 1901515"/>
              <a:gd name="connsiteX6" fmla="*/ 2849880 w 4892040"/>
              <a:gd name="connsiteY6" fmla="*/ 320040 h 1901515"/>
              <a:gd name="connsiteX7" fmla="*/ 3162300 w 4892040"/>
              <a:gd name="connsiteY7" fmla="*/ 358140 h 1901515"/>
              <a:gd name="connsiteX8" fmla="*/ 3916680 w 4892040"/>
              <a:gd name="connsiteY8" fmla="*/ 1882140 h 1901515"/>
              <a:gd name="connsiteX9" fmla="*/ 4892040 w 4892040"/>
              <a:gd name="connsiteY9" fmla="*/ 1211580 h 1901515"/>
              <a:gd name="connsiteX0" fmla="*/ 0 w 4770120"/>
              <a:gd name="connsiteY0" fmla="*/ 1767840 h 1894955"/>
              <a:gd name="connsiteX1" fmla="*/ 358140 w 4770120"/>
              <a:gd name="connsiteY1" fmla="*/ 1874520 h 1894955"/>
              <a:gd name="connsiteX2" fmla="*/ 525780 w 4770120"/>
              <a:gd name="connsiteY2" fmla="*/ 1592580 h 1894955"/>
              <a:gd name="connsiteX3" fmla="*/ 1280160 w 4770120"/>
              <a:gd name="connsiteY3" fmla="*/ 0 h 1894955"/>
              <a:gd name="connsiteX4" fmla="*/ 2095500 w 4770120"/>
              <a:gd name="connsiteY4" fmla="*/ 1592580 h 1894955"/>
              <a:gd name="connsiteX5" fmla="*/ 2552700 w 4770120"/>
              <a:gd name="connsiteY5" fmla="*/ 1264920 h 1894955"/>
              <a:gd name="connsiteX6" fmla="*/ 2849880 w 4770120"/>
              <a:gd name="connsiteY6" fmla="*/ 320040 h 1894955"/>
              <a:gd name="connsiteX7" fmla="*/ 3162300 w 4770120"/>
              <a:gd name="connsiteY7" fmla="*/ 358140 h 1894955"/>
              <a:gd name="connsiteX8" fmla="*/ 3916680 w 4770120"/>
              <a:gd name="connsiteY8" fmla="*/ 1882140 h 1894955"/>
              <a:gd name="connsiteX9" fmla="*/ 4770120 w 4770120"/>
              <a:gd name="connsiteY9" fmla="*/ 1089660 h 1894955"/>
              <a:gd name="connsiteX0" fmla="*/ 0 w 4625340"/>
              <a:gd name="connsiteY0" fmla="*/ 1767840 h 1890737"/>
              <a:gd name="connsiteX1" fmla="*/ 358140 w 4625340"/>
              <a:gd name="connsiteY1" fmla="*/ 1874520 h 1890737"/>
              <a:gd name="connsiteX2" fmla="*/ 525780 w 4625340"/>
              <a:gd name="connsiteY2" fmla="*/ 1592580 h 1890737"/>
              <a:gd name="connsiteX3" fmla="*/ 1280160 w 4625340"/>
              <a:gd name="connsiteY3" fmla="*/ 0 h 1890737"/>
              <a:gd name="connsiteX4" fmla="*/ 2095500 w 4625340"/>
              <a:gd name="connsiteY4" fmla="*/ 1592580 h 1890737"/>
              <a:gd name="connsiteX5" fmla="*/ 2552700 w 4625340"/>
              <a:gd name="connsiteY5" fmla="*/ 1264920 h 1890737"/>
              <a:gd name="connsiteX6" fmla="*/ 2849880 w 4625340"/>
              <a:gd name="connsiteY6" fmla="*/ 320040 h 1890737"/>
              <a:gd name="connsiteX7" fmla="*/ 3162300 w 4625340"/>
              <a:gd name="connsiteY7" fmla="*/ 358140 h 1890737"/>
              <a:gd name="connsiteX8" fmla="*/ 3916680 w 4625340"/>
              <a:gd name="connsiteY8" fmla="*/ 1882140 h 1890737"/>
              <a:gd name="connsiteX9" fmla="*/ 4625340 w 4625340"/>
              <a:gd name="connsiteY9" fmla="*/ 982980 h 1890737"/>
              <a:gd name="connsiteX0" fmla="*/ 0 w 4625340"/>
              <a:gd name="connsiteY0" fmla="*/ 1767840 h 1890945"/>
              <a:gd name="connsiteX1" fmla="*/ 358140 w 4625340"/>
              <a:gd name="connsiteY1" fmla="*/ 1874520 h 1890945"/>
              <a:gd name="connsiteX2" fmla="*/ 525780 w 4625340"/>
              <a:gd name="connsiteY2" fmla="*/ 1592580 h 1890945"/>
              <a:gd name="connsiteX3" fmla="*/ 1280160 w 4625340"/>
              <a:gd name="connsiteY3" fmla="*/ 0 h 1890945"/>
              <a:gd name="connsiteX4" fmla="*/ 2095500 w 4625340"/>
              <a:gd name="connsiteY4" fmla="*/ 1592580 h 1890945"/>
              <a:gd name="connsiteX5" fmla="*/ 2552700 w 4625340"/>
              <a:gd name="connsiteY5" fmla="*/ 1264920 h 1890945"/>
              <a:gd name="connsiteX6" fmla="*/ 2849880 w 4625340"/>
              <a:gd name="connsiteY6" fmla="*/ 320040 h 1890945"/>
              <a:gd name="connsiteX7" fmla="*/ 3162300 w 4625340"/>
              <a:gd name="connsiteY7" fmla="*/ 358140 h 1890945"/>
              <a:gd name="connsiteX8" fmla="*/ 3916680 w 4625340"/>
              <a:gd name="connsiteY8" fmla="*/ 1882140 h 1890945"/>
              <a:gd name="connsiteX9" fmla="*/ 4625340 w 4625340"/>
              <a:gd name="connsiteY9" fmla="*/ 982980 h 1890945"/>
              <a:gd name="connsiteX0" fmla="*/ 0 w 4625340"/>
              <a:gd name="connsiteY0" fmla="*/ 1805940 h 1929045"/>
              <a:gd name="connsiteX1" fmla="*/ 358140 w 4625340"/>
              <a:gd name="connsiteY1" fmla="*/ 1912620 h 1929045"/>
              <a:gd name="connsiteX2" fmla="*/ 525780 w 4625340"/>
              <a:gd name="connsiteY2" fmla="*/ 1630680 h 1929045"/>
              <a:gd name="connsiteX3" fmla="*/ 1386840 w 4625340"/>
              <a:gd name="connsiteY3" fmla="*/ 0 h 1929045"/>
              <a:gd name="connsiteX4" fmla="*/ 2095500 w 4625340"/>
              <a:gd name="connsiteY4" fmla="*/ 1630680 h 1929045"/>
              <a:gd name="connsiteX5" fmla="*/ 2552700 w 4625340"/>
              <a:gd name="connsiteY5" fmla="*/ 1303020 h 1929045"/>
              <a:gd name="connsiteX6" fmla="*/ 2849880 w 4625340"/>
              <a:gd name="connsiteY6" fmla="*/ 358140 h 1929045"/>
              <a:gd name="connsiteX7" fmla="*/ 3162300 w 4625340"/>
              <a:gd name="connsiteY7" fmla="*/ 396240 h 1929045"/>
              <a:gd name="connsiteX8" fmla="*/ 3916680 w 4625340"/>
              <a:gd name="connsiteY8" fmla="*/ 1920240 h 1929045"/>
              <a:gd name="connsiteX9" fmla="*/ 4625340 w 4625340"/>
              <a:gd name="connsiteY9" fmla="*/ 1021080 h 1929045"/>
              <a:gd name="connsiteX0" fmla="*/ 0 w 4625340"/>
              <a:gd name="connsiteY0" fmla="*/ 1805940 h 1929045"/>
              <a:gd name="connsiteX1" fmla="*/ 358140 w 4625340"/>
              <a:gd name="connsiteY1" fmla="*/ 1912620 h 1929045"/>
              <a:gd name="connsiteX2" fmla="*/ 525780 w 4625340"/>
              <a:gd name="connsiteY2" fmla="*/ 1630680 h 1929045"/>
              <a:gd name="connsiteX3" fmla="*/ 1386840 w 4625340"/>
              <a:gd name="connsiteY3" fmla="*/ 0 h 1929045"/>
              <a:gd name="connsiteX4" fmla="*/ 2095500 w 4625340"/>
              <a:gd name="connsiteY4" fmla="*/ 1630680 h 1929045"/>
              <a:gd name="connsiteX5" fmla="*/ 2552700 w 4625340"/>
              <a:gd name="connsiteY5" fmla="*/ 1303020 h 1929045"/>
              <a:gd name="connsiteX6" fmla="*/ 2849880 w 4625340"/>
              <a:gd name="connsiteY6" fmla="*/ 358140 h 1929045"/>
              <a:gd name="connsiteX7" fmla="*/ 3162300 w 4625340"/>
              <a:gd name="connsiteY7" fmla="*/ 396240 h 1929045"/>
              <a:gd name="connsiteX8" fmla="*/ 3916680 w 4625340"/>
              <a:gd name="connsiteY8" fmla="*/ 1920240 h 1929045"/>
              <a:gd name="connsiteX9" fmla="*/ 4625340 w 4625340"/>
              <a:gd name="connsiteY9" fmla="*/ 1021080 h 1929045"/>
              <a:gd name="connsiteX0" fmla="*/ 0 w 4625340"/>
              <a:gd name="connsiteY0" fmla="*/ 1805940 h 1940393"/>
              <a:gd name="connsiteX1" fmla="*/ 358140 w 4625340"/>
              <a:gd name="connsiteY1" fmla="*/ 1927860 h 1940393"/>
              <a:gd name="connsiteX2" fmla="*/ 525780 w 4625340"/>
              <a:gd name="connsiteY2" fmla="*/ 1630680 h 1940393"/>
              <a:gd name="connsiteX3" fmla="*/ 1386840 w 4625340"/>
              <a:gd name="connsiteY3" fmla="*/ 0 h 1940393"/>
              <a:gd name="connsiteX4" fmla="*/ 2095500 w 4625340"/>
              <a:gd name="connsiteY4" fmla="*/ 1630680 h 1940393"/>
              <a:gd name="connsiteX5" fmla="*/ 2552700 w 4625340"/>
              <a:gd name="connsiteY5" fmla="*/ 1303020 h 1940393"/>
              <a:gd name="connsiteX6" fmla="*/ 2849880 w 4625340"/>
              <a:gd name="connsiteY6" fmla="*/ 358140 h 1940393"/>
              <a:gd name="connsiteX7" fmla="*/ 3162300 w 4625340"/>
              <a:gd name="connsiteY7" fmla="*/ 396240 h 1940393"/>
              <a:gd name="connsiteX8" fmla="*/ 3916680 w 4625340"/>
              <a:gd name="connsiteY8" fmla="*/ 1920240 h 1940393"/>
              <a:gd name="connsiteX9" fmla="*/ 4625340 w 4625340"/>
              <a:gd name="connsiteY9" fmla="*/ 1021080 h 1940393"/>
              <a:gd name="connsiteX0" fmla="*/ 0 w 4625340"/>
              <a:gd name="connsiteY0" fmla="*/ 1805940 h 1937794"/>
              <a:gd name="connsiteX1" fmla="*/ 358140 w 4625340"/>
              <a:gd name="connsiteY1" fmla="*/ 1927860 h 1937794"/>
              <a:gd name="connsiteX2" fmla="*/ 525780 w 4625340"/>
              <a:gd name="connsiteY2" fmla="*/ 1630680 h 1937794"/>
              <a:gd name="connsiteX3" fmla="*/ 1386840 w 4625340"/>
              <a:gd name="connsiteY3" fmla="*/ 0 h 1937794"/>
              <a:gd name="connsiteX4" fmla="*/ 2095500 w 4625340"/>
              <a:gd name="connsiteY4" fmla="*/ 1630680 h 1937794"/>
              <a:gd name="connsiteX5" fmla="*/ 2552700 w 4625340"/>
              <a:gd name="connsiteY5" fmla="*/ 1303020 h 1937794"/>
              <a:gd name="connsiteX6" fmla="*/ 2849880 w 4625340"/>
              <a:gd name="connsiteY6" fmla="*/ 358140 h 1937794"/>
              <a:gd name="connsiteX7" fmla="*/ 3162300 w 4625340"/>
              <a:gd name="connsiteY7" fmla="*/ 396240 h 1937794"/>
              <a:gd name="connsiteX8" fmla="*/ 3916680 w 4625340"/>
              <a:gd name="connsiteY8" fmla="*/ 1920240 h 1937794"/>
              <a:gd name="connsiteX9" fmla="*/ 4625340 w 4625340"/>
              <a:gd name="connsiteY9" fmla="*/ 1021080 h 1937794"/>
              <a:gd name="connsiteX0" fmla="*/ 0 w 4625340"/>
              <a:gd name="connsiteY0" fmla="*/ 1805940 h 1937794"/>
              <a:gd name="connsiteX1" fmla="*/ 358140 w 4625340"/>
              <a:gd name="connsiteY1" fmla="*/ 1927860 h 1937794"/>
              <a:gd name="connsiteX2" fmla="*/ 525780 w 4625340"/>
              <a:gd name="connsiteY2" fmla="*/ 1630680 h 1937794"/>
              <a:gd name="connsiteX3" fmla="*/ 1386840 w 4625340"/>
              <a:gd name="connsiteY3" fmla="*/ 0 h 1937794"/>
              <a:gd name="connsiteX4" fmla="*/ 2095500 w 4625340"/>
              <a:gd name="connsiteY4" fmla="*/ 1630680 h 1937794"/>
              <a:gd name="connsiteX5" fmla="*/ 2552700 w 4625340"/>
              <a:gd name="connsiteY5" fmla="*/ 1303020 h 1937794"/>
              <a:gd name="connsiteX6" fmla="*/ 2849880 w 4625340"/>
              <a:gd name="connsiteY6" fmla="*/ 358140 h 1937794"/>
              <a:gd name="connsiteX7" fmla="*/ 3162300 w 4625340"/>
              <a:gd name="connsiteY7" fmla="*/ 396240 h 1937794"/>
              <a:gd name="connsiteX8" fmla="*/ 3916680 w 4625340"/>
              <a:gd name="connsiteY8" fmla="*/ 1920240 h 1937794"/>
              <a:gd name="connsiteX9" fmla="*/ 4625340 w 4625340"/>
              <a:gd name="connsiteY9" fmla="*/ 1021080 h 1937794"/>
              <a:gd name="connsiteX0" fmla="*/ 0 w 4625340"/>
              <a:gd name="connsiteY0" fmla="*/ 1805940 h 1992227"/>
              <a:gd name="connsiteX1" fmla="*/ 348615 w 4625340"/>
              <a:gd name="connsiteY1" fmla="*/ 1985010 h 1992227"/>
              <a:gd name="connsiteX2" fmla="*/ 525780 w 4625340"/>
              <a:gd name="connsiteY2" fmla="*/ 1630680 h 1992227"/>
              <a:gd name="connsiteX3" fmla="*/ 1386840 w 4625340"/>
              <a:gd name="connsiteY3" fmla="*/ 0 h 1992227"/>
              <a:gd name="connsiteX4" fmla="*/ 2095500 w 4625340"/>
              <a:gd name="connsiteY4" fmla="*/ 1630680 h 1992227"/>
              <a:gd name="connsiteX5" fmla="*/ 2552700 w 4625340"/>
              <a:gd name="connsiteY5" fmla="*/ 1303020 h 1992227"/>
              <a:gd name="connsiteX6" fmla="*/ 2849880 w 4625340"/>
              <a:gd name="connsiteY6" fmla="*/ 358140 h 1992227"/>
              <a:gd name="connsiteX7" fmla="*/ 3162300 w 4625340"/>
              <a:gd name="connsiteY7" fmla="*/ 396240 h 1992227"/>
              <a:gd name="connsiteX8" fmla="*/ 3916680 w 4625340"/>
              <a:gd name="connsiteY8" fmla="*/ 1920240 h 1992227"/>
              <a:gd name="connsiteX9" fmla="*/ 4625340 w 4625340"/>
              <a:gd name="connsiteY9" fmla="*/ 1021080 h 1992227"/>
              <a:gd name="connsiteX0" fmla="*/ 0 w 4625340"/>
              <a:gd name="connsiteY0" fmla="*/ 1805940 h 1942257"/>
              <a:gd name="connsiteX1" fmla="*/ 353377 w 4625340"/>
              <a:gd name="connsiteY1" fmla="*/ 1932623 h 1942257"/>
              <a:gd name="connsiteX2" fmla="*/ 525780 w 4625340"/>
              <a:gd name="connsiteY2" fmla="*/ 1630680 h 1942257"/>
              <a:gd name="connsiteX3" fmla="*/ 1386840 w 4625340"/>
              <a:gd name="connsiteY3" fmla="*/ 0 h 1942257"/>
              <a:gd name="connsiteX4" fmla="*/ 2095500 w 4625340"/>
              <a:gd name="connsiteY4" fmla="*/ 1630680 h 1942257"/>
              <a:gd name="connsiteX5" fmla="*/ 2552700 w 4625340"/>
              <a:gd name="connsiteY5" fmla="*/ 1303020 h 1942257"/>
              <a:gd name="connsiteX6" fmla="*/ 2849880 w 4625340"/>
              <a:gd name="connsiteY6" fmla="*/ 358140 h 1942257"/>
              <a:gd name="connsiteX7" fmla="*/ 3162300 w 4625340"/>
              <a:gd name="connsiteY7" fmla="*/ 396240 h 1942257"/>
              <a:gd name="connsiteX8" fmla="*/ 3916680 w 4625340"/>
              <a:gd name="connsiteY8" fmla="*/ 1920240 h 1942257"/>
              <a:gd name="connsiteX9" fmla="*/ 4625340 w 4625340"/>
              <a:gd name="connsiteY9" fmla="*/ 1021080 h 1942257"/>
              <a:gd name="connsiteX0" fmla="*/ 0 w 4625340"/>
              <a:gd name="connsiteY0" fmla="*/ 1805940 h 1935457"/>
              <a:gd name="connsiteX1" fmla="*/ 353377 w 4625340"/>
              <a:gd name="connsiteY1" fmla="*/ 1932623 h 1935457"/>
              <a:gd name="connsiteX2" fmla="*/ 525780 w 4625340"/>
              <a:gd name="connsiteY2" fmla="*/ 1630680 h 1935457"/>
              <a:gd name="connsiteX3" fmla="*/ 1386840 w 4625340"/>
              <a:gd name="connsiteY3" fmla="*/ 0 h 1935457"/>
              <a:gd name="connsiteX4" fmla="*/ 2095500 w 4625340"/>
              <a:gd name="connsiteY4" fmla="*/ 1630680 h 1935457"/>
              <a:gd name="connsiteX5" fmla="*/ 2552700 w 4625340"/>
              <a:gd name="connsiteY5" fmla="*/ 1303020 h 1935457"/>
              <a:gd name="connsiteX6" fmla="*/ 2849880 w 4625340"/>
              <a:gd name="connsiteY6" fmla="*/ 358140 h 1935457"/>
              <a:gd name="connsiteX7" fmla="*/ 3162300 w 4625340"/>
              <a:gd name="connsiteY7" fmla="*/ 396240 h 1935457"/>
              <a:gd name="connsiteX8" fmla="*/ 3916680 w 4625340"/>
              <a:gd name="connsiteY8" fmla="*/ 1920240 h 1935457"/>
              <a:gd name="connsiteX9" fmla="*/ 4625340 w 4625340"/>
              <a:gd name="connsiteY9" fmla="*/ 1021080 h 1935457"/>
              <a:gd name="connsiteX0" fmla="*/ 0 w 4625340"/>
              <a:gd name="connsiteY0" fmla="*/ 1805940 h 1936623"/>
              <a:gd name="connsiteX1" fmla="*/ 353377 w 4625340"/>
              <a:gd name="connsiteY1" fmla="*/ 1932623 h 1936623"/>
              <a:gd name="connsiteX2" fmla="*/ 525780 w 4625340"/>
              <a:gd name="connsiteY2" fmla="*/ 1630680 h 1936623"/>
              <a:gd name="connsiteX3" fmla="*/ 1386840 w 4625340"/>
              <a:gd name="connsiteY3" fmla="*/ 0 h 1936623"/>
              <a:gd name="connsiteX4" fmla="*/ 2095500 w 4625340"/>
              <a:gd name="connsiteY4" fmla="*/ 1630680 h 1936623"/>
              <a:gd name="connsiteX5" fmla="*/ 2552700 w 4625340"/>
              <a:gd name="connsiteY5" fmla="*/ 1303020 h 1936623"/>
              <a:gd name="connsiteX6" fmla="*/ 2849880 w 4625340"/>
              <a:gd name="connsiteY6" fmla="*/ 358140 h 1936623"/>
              <a:gd name="connsiteX7" fmla="*/ 3162300 w 4625340"/>
              <a:gd name="connsiteY7" fmla="*/ 396240 h 1936623"/>
              <a:gd name="connsiteX8" fmla="*/ 3916680 w 4625340"/>
              <a:gd name="connsiteY8" fmla="*/ 1920240 h 1936623"/>
              <a:gd name="connsiteX9" fmla="*/ 4625340 w 4625340"/>
              <a:gd name="connsiteY9" fmla="*/ 1021080 h 1936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25340" h="1936623">
                <a:moveTo>
                  <a:pt x="0" y="1805940"/>
                </a:moveTo>
                <a:cubicBezTo>
                  <a:pt x="137795" y="1856105"/>
                  <a:pt x="297180" y="1958023"/>
                  <a:pt x="353377" y="1932623"/>
                </a:cubicBezTo>
                <a:cubicBezTo>
                  <a:pt x="409574" y="1907223"/>
                  <a:pt x="353536" y="1952784"/>
                  <a:pt x="525780" y="1630680"/>
                </a:cubicBezTo>
                <a:cubicBezTo>
                  <a:pt x="698024" y="1308576"/>
                  <a:pt x="1125220" y="0"/>
                  <a:pt x="1386840" y="0"/>
                </a:cubicBezTo>
                <a:cubicBezTo>
                  <a:pt x="1648460" y="0"/>
                  <a:pt x="1901190" y="1413510"/>
                  <a:pt x="2095500" y="1630680"/>
                </a:cubicBezTo>
                <a:cubicBezTo>
                  <a:pt x="2289810" y="1847850"/>
                  <a:pt x="2426970" y="1515110"/>
                  <a:pt x="2552700" y="1303020"/>
                </a:cubicBezTo>
                <a:cubicBezTo>
                  <a:pt x="2678430" y="1090930"/>
                  <a:pt x="2748280" y="509270"/>
                  <a:pt x="2849880" y="358140"/>
                </a:cubicBezTo>
                <a:cubicBezTo>
                  <a:pt x="2951480" y="207010"/>
                  <a:pt x="2984500" y="135890"/>
                  <a:pt x="3162300" y="396240"/>
                </a:cubicBezTo>
                <a:cubicBezTo>
                  <a:pt x="3340100" y="656590"/>
                  <a:pt x="3672840" y="1816100"/>
                  <a:pt x="3916680" y="1920240"/>
                </a:cubicBezTo>
                <a:cubicBezTo>
                  <a:pt x="4160520" y="2024380"/>
                  <a:pt x="4516120" y="1173480"/>
                  <a:pt x="4625340" y="1021080"/>
                </a:cubicBezTo>
              </a:path>
            </a:pathLst>
          </a:custGeom>
          <a:ln w="28575" cmpd="sng">
            <a:solidFill>
              <a:srgbClr val="0070C0"/>
            </a:solidFill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左中括号 163">
            <a:extLst>
              <a:ext uri="{FF2B5EF4-FFF2-40B4-BE49-F238E27FC236}">
                <a16:creationId xmlns:a16="http://schemas.microsoft.com/office/drawing/2014/main" id="{B0FDFECF-0D31-407B-8A24-93BA32208FC9}"/>
              </a:ext>
            </a:extLst>
          </p:cNvPr>
          <p:cNvSpPr/>
          <p:nvPr/>
        </p:nvSpPr>
        <p:spPr>
          <a:xfrm rot="10800000">
            <a:off x="10704145" y="2039573"/>
            <a:ext cx="189964" cy="755998"/>
          </a:xfrm>
          <a:prstGeom prst="leftBracket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68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F186387-29CD-4557-AE79-30BE17CB9420}"/>
              </a:ext>
            </a:extLst>
          </p:cNvPr>
          <p:cNvSpPr/>
          <p:nvPr/>
        </p:nvSpPr>
        <p:spPr>
          <a:xfrm>
            <a:off x="382308" y="2146515"/>
            <a:ext cx="3546225" cy="2226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进度反馈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建设用地控制点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】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的目视判读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数据准备阶段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】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的大致流程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【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NDVI/NDBI/EVI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】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的计算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722B21-C1B5-49B6-9D23-FF1127925FC6}"/>
              </a:ext>
            </a:extLst>
          </p:cNvPr>
          <p:cNvSpPr/>
          <p:nvPr/>
        </p:nvSpPr>
        <p:spPr>
          <a:xfrm>
            <a:off x="6096000" y="2518636"/>
            <a:ext cx="4769254" cy="16767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dirty="0"/>
              <a:t>【</a:t>
            </a:r>
            <a:r>
              <a:rPr lang="zh-CN" altLang="en-US" dirty="0"/>
              <a:t>傅里叶</a:t>
            </a:r>
            <a:r>
              <a:rPr lang="en-US" altLang="zh-CN" dirty="0"/>
              <a:t>】【Landsat】【NDVI/NDBI/EVI】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数据的存储问题？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现在的进度？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714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F186387-29CD-4557-AE79-30BE17CB9420}"/>
              </a:ext>
            </a:extLst>
          </p:cNvPr>
          <p:cNvSpPr/>
          <p:nvPr/>
        </p:nvSpPr>
        <p:spPr>
          <a:xfrm>
            <a:off x="382308" y="2146515"/>
            <a:ext cx="3546225" cy="2226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进度反馈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建设用地控制点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】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的目视判读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【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数据准备阶段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】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的大致流程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【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NDVI/NDBI/EVI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】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的计算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722B21-C1B5-49B6-9D23-FF1127925FC6}"/>
              </a:ext>
            </a:extLst>
          </p:cNvPr>
          <p:cNvSpPr/>
          <p:nvPr/>
        </p:nvSpPr>
        <p:spPr>
          <a:xfrm>
            <a:off x="6328268" y="2547760"/>
            <a:ext cx="4916731" cy="16767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我目前的技能储备够不够理解和使用代码？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zh-CN" altLang="en-US" dirty="0"/>
              <a:t>如何使用代码？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我能不能拿出代码的一部分来做毕业论文？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D26B47-49E2-4BEF-9CCE-5448CD563880}"/>
              </a:ext>
            </a:extLst>
          </p:cNvPr>
          <p:cNvSpPr/>
          <p:nvPr/>
        </p:nvSpPr>
        <p:spPr>
          <a:xfrm>
            <a:off x="2626936" y="5276334"/>
            <a:ext cx="4973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https://github.com/wangjinzhulala/China_built_up</a:t>
            </a:r>
          </a:p>
        </p:txBody>
      </p:sp>
    </p:spTree>
    <p:extLst>
      <p:ext uri="{BB962C8B-B14F-4D97-AF65-F5344CB8AC3E}">
        <p14:creationId xmlns:p14="http://schemas.microsoft.com/office/powerpoint/2010/main" val="3335767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535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黑体</vt:lpstr>
      <vt:lpstr>Arial</vt:lpstr>
      <vt:lpstr>Calibri</vt:lpstr>
      <vt:lpstr>Calibri Light</vt:lpstr>
      <vt:lpstr>Wingdings</vt:lpstr>
      <vt:lpstr>第一PPT，www.1ppt.com</vt:lpstr>
      <vt:lpstr>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新农村</dc:title>
  <dc:creator>第一PPT</dc:creator>
  <cp:keywords>www.1ppt.com</cp:keywords>
  <cp:lastModifiedBy>Wang Jinzhu</cp:lastModifiedBy>
  <cp:revision>161</cp:revision>
  <dcterms:created xsi:type="dcterms:W3CDTF">2017-02-23T06:18:28Z</dcterms:created>
  <dcterms:modified xsi:type="dcterms:W3CDTF">2020-09-20T06:35:11Z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2052-10.1.0.6207</vt:lpwstr>
  </property>
</Properties>
</file>